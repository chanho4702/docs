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364" autoAdjust="0"/>
  </p:normalViewPr>
  <p:slideViewPr>
    <p:cSldViewPr snapToGrid="0" snapToObjects="1">
      <p:cViewPr varScale="1">
        <p:scale>
          <a:sx n="102" d="100"/>
          <a:sy n="102" d="100"/>
        </p:scale>
        <p:origin x="364"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 userId="286e21de-11f1-43b0-8c49-4d1a0cc76824" providerId="ADAL" clId="{17029A34-522E-4770-BB70-2039F91B6A79}"/>
    <pc:docChg chg="custSel modSld">
      <pc:chgData name="Tom" userId="286e21de-11f1-43b0-8c49-4d1a0cc76824" providerId="ADAL" clId="{17029A34-522E-4770-BB70-2039F91B6A79}" dt="2026-09-09T00:39:33.638" v="52" actId="14100"/>
      <pc:docMkLst>
        <pc:docMk/>
      </pc:docMkLst>
      <pc:sldChg chg="modSp mod modNotesTx">
        <pc:chgData name="Tom" userId="286e21de-11f1-43b0-8c49-4d1a0cc76824" providerId="ADAL" clId="{17029A34-522E-4770-BB70-2039F91B6A79}" dt="2026-09-08T04:01:51.040" v="4" actId="404"/>
        <pc:sldMkLst>
          <pc:docMk/>
          <pc:sldMk cId="1648812435" sldId="256"/>
        </pc:sldMkLst>
        <pc:spChg chg="mod">
          <ac:chgData name="Tom" userId="286e21de-11f1-43b0-8c49-4d1a0cc76824" providerId="ADAL" clId="{17029A34-522E-4770-BB70-2039F91B6A79}" dt="2026-09-08T04:01:51.040" v="4" actId="404"/>
          <ac:spMkLst>
            <pc:docMk/>
            <pc:sldMk cId="1648812435" sldId="256"/>
            <ac:spMk id="16" creationId="{3F525D5D-A786-4FE8-9253-7C49CCC00357}"/>
          </ac:spMkLst>
        </pc:spChg>
      </pc:sldChg>
      <pc:sldChg chg="modSp mod modNotesTx">
        <pc:chgData name="Tom" userId="286e21de-11f1-43b0-8c49-4d1a0cc76824" providerId="ADAL" clId="{17029A34-522E-4770-BB70-2039F91B6A79}" dt="2026-09-08T04:03:49.220" v="16" actId="403"/>
        <pc:sldMkLst>
          <pc:docMk/>
          <pc:sldMk cId="136907650" sldId="257"/>
        </pc:sldMkLst>
        <pc:spChg chg="mod">
          <ac:chgData name="Tom" userId="286e21de-11f1-43b0-8c49-4d1a0cc76824" providerId="ADAL" clId="{17029A34-522E-4770-BB70-2039F91B6A79}" dt="2026-09-08T04:02:40.769" v="5" actId="255"/>
          <ac:spMkLst>
            <pc:docMk/>
            <pc:sldMk cId="136907650" sldId="257"/>
            <ac:spMk id="11" creationId="{155EB92B-2789-4FC5-A86E-122D20D42044}"/>
          </ac:spMkLst>
        </pc:spChg>
        <pc:spChg chg="mod">
          <ac:chgData name="Tom" userId="286e21de-11f1-43b0-8c49-4d1a0cc76824" providerId="ADAL" clId="{17029A34-522E-4770-BB70-2039F91B6A79}" dt="2026-09-08T04:02:52.620" v="6" actId="255"/>
          <ac:spMkLst>
            <pc:docMk/>
            <pc:sldMk cId="136907650" sldId="257"/>
            <ac:spMk id="18" creationId="{0612D3FE-C253-4BF4-AD33-6C283C504E25}"/>
          </ac:spMkLst>
        </pc:spChg>
        <pc:spChg chg="mod">
          <ac:chgData name="Tom" userId="286e21de-11f1-43b0-8c49-4d1a0cc76824" providerId="ADAL" clId="{17029A34-522E-4770-BB70-2039F91B6A79}" dt="2026-09-08T04:03:00.456" v="7" actId="255"/>
          <ac:spMkLst>
            <pc:docMk/>
            <pc:sldMk cId="136907650" sldId="257"/>
            <ac:spMk id="25" creationId="{61315D63-58E4-43C3-9F75-38AC0AD1FB33}"/>
          </ac:spMkLst>
        </pc:spChg>
        <pc:spChg chg="mod">
          <ac:chgData name="Tom" userId="286e21de-11f1-43b0-8c49-4d1a0cc76824" providerId="ADAL" clId="{17029A34-522E-4770-BB70-2039F91B6A79}" dt="2026-09-08T04:03:06.644" v="8" actId="255"/>
          <ac:spMkLst>
            <pc:docMk/>
            <pc:sldMk cId="136907650" sldId="257"/>
            <ac:spMk id="32" creationId="{FCEF1404-D89F-4BD8-9D01-66CE8BB58697}"/>
          </ac:spMkLst>
        </pc:spChg>
        <pc:spChg chg="mod">
          <ac:chgData name="Tom" userId="286e21de-11f1-43b0-8c49-4d1a0cc76824" providerId="ADAL" clId="{17029A34-522E-4770-BB70-2039F91B6A79}" dt="2026-09-08T04:03:49.220" v="16" actId="403"/>
          <ac:spMkLst>
            <pc:docMk/>
            <pc:sldMk cId="136907650" sldId="257"/>
            <ac:spMk id="40" creationId="{AF1C11CA-4B07-4043-9924-2558E0290538}"/>
          </ac:spMkLst>
        </pc:spChg>
      </pc:sldChg>
      <pc:sldChg chg="modNotesTx">
        <pc:chgData name="Tom" userId="286e21de-11f1-43b0-8c49-4d1a0cc76824" providerId="ADAL" clId="{17029A34-522E-4770-BB70-2039F91B6A79}" dt="2026-09-08T04:04:30.624" v="44" actId="20577"/>
        <pc:sldMkLst>
          <pc:docMk/>
          <pc:sldMk cId="903306700" sldId="258"/>
        </pc:sldMkLst>
      </pc:sldChg>
      <pc:sldChg chg="modNotesTx">
        <pc:chgData name="Tom" userId="286e21de-11f1-43b0-8c49-4d1a0cc76824" providerId="ADAL" clId="{17029A34-522E-4770-BB70-2039F91B6A79}" dt="2026-09-08T04:08:18.439" v="47" actId="20577"/>
        <pc:sldMkLst>
          <pc:docMk/>
          <pc:sldMk cId="1705913017" sldId="259"/>
        </pc:sldMkLst>
      </pc:sldChg>
      <pc:sldChg chg="addSp delSp modSp mod">
        <pc:chgData name="Tom" userId="286e21de-11f1-43b0-8c49-4d1a0cc76824" providerId="ADAL" clId="{17029A34-522E-4770-BB70-2039F91B6A79}" dt="2026-09-09T00:39:33.638" v="52" actId="14100"/>
        <pc:sldMkLst>
          <pc:docMk/>
          <pc:sldMk cId="1650707074" sldId="263"/>
        </pc:sldMkLst>
        <pc:picChg chg="add mod">
          <ac:chgData name="Tom" userId="286e21de-11f1-43b0-8c49-4d1a0cc76824" providerId="ADAL" clId="{17029A34-522E-4770-BB70-2039F91B6A79}" dt="2026-09-09T00:39:33.638" v="52" actId="14100"/>
          <ac:picMkLst>
            <pc:docMk/>
            <pc:sldMk cId="1650707074" sldId="263"/>
            <ac:picMk id="33" creationId="{87511F4C-FD87-475A-704F-84AAA598B5E9}"/>
          </ac:picMkLst>
        </pc:picChg>
        <pc:picChg chg="del">
          <ac:chgData name="Tom" userId="286e21de-11f1-43b0-8c49-4d1a0cc76824" providerId="ADAL" clId="{17029A34-522E-4770-BB70-2039F91B6A79}" dt="2026-09-09T00:39:11.818" v="48" actId="478"/>
          <ac:picMkLst>
            <pc:docMk/>
            <pc:sldMk cId="1650707074" sldId="263"/>
            <ac:picMk id="71"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Moves </a:t>
            </a:r>
            <a:r>
              <a:rPr dirty="0" err="1"/>
              <a:t>Workforce는</a:t>
            </a:r>
            <a:r>
              <a:rPr dirty="0"/>
              <a:t> Jira </a:t>
            </a:r>
            <a:r>
              <a:rPr dirty="0" err="1"/>
              <a:t>Cloud용</a:t>
            </a:r>
            <a:r>
              <a:rPr dirty="0"/>
              <a:t> Forge </a:t>
            </a:r>
            <a:r>
              <a:rPr dirty="0" err="1"/>
              <a:t>앱입니다</a:t>
            </a:r>
            <a:r>
              <a:rPr dirty="0"/>
              <a:t>. </a:t>
            </a:r>
            <a:endParaRPr lang="en-US" dirty="0"/>
          </a:p>
          <a:p>
            <a:r>
              <a:rPr dirty="0" err="1"/>
              <a:t>이슈와</a:t>
            </a:r>
            <a:r>
              <a:rPr dirty="0"/>
              <a:t> </a:t>
            </a:r>
            <a:r>
              <a:rPr dirty="0" err="1"/>
              <a:t>워크로그에</a:t>
            </a:r>
            <a:r>
              <a:rPr dirty="0"/>
              <a:t> </a:t>
            </a:r>
            <a:r>
              <a:rPr dirty="0" err="1"/>
              <a:t>인력·팀·근무</a:t>
            </a:r>
            <a:r>
              <a:rPr dirty="0"/>
              <a:t> </a:t>
            </a:r>
            <a:r>
              <a:rPr dirty="0" err="1"/>
              <a:t>기준·급여</a:t>
            </a:r>
            <a:r>
              <a:rPr dirty="0"/>
              <a:t> </a:t>
            </a:r>
            <a:r>
              <a:rPr dirty="0" err="1"/>
              <a:t>정책을</a:t>
            </a:r>
            <a:r>
              <a:rPr dirty="0"/>
              <a:t> </a:t>
            </a:r>
            <a:r>
              <a:rPr dirty="0" err="1"/>
              <a:t>연결해</a:t>
            </a:r>
            <a:r>
              <a:rPr dirty="0"/>
              <a:t> </a:t>
            </a:r>
            <a:r>
              <a:rPr dirty="0" err="1"/>
              <a:t>프로젝트</a:t>
            </a:r>
            <a:r>
              <a:rPr dirty="0"/>
              <a:t> </a:t>
            </a:r>
            <a:r>
              <a:rPr dirty="0" err="1"/>
              <a:t>운영에</a:t>
            </a:r>
            <a:r>
              <a:rPr dirty="0"/>
              <a:t> </a:t>
            </a:r>
            <a:r>
              <a:rPr dirty="0" err="1"/>
              <a:t>필요한</a:t>
            </a:r>
            <a:r>
              <a:rPr dirty="0"/>
              <a:t> </a:t>
            </a:r>
            <a:r>
              <a:rPr dirty="0" err="1"/>
              <a:t>정보를</a:t>
            </a:r>
            <a:r>
              <a:rPr dirty="0"/>
              <a:t> </a:t>
            </a:r>
            <a:r>
              <a:rPr dirty="0" err="1"/>
              <a:t>확인합니다</a:t>
            </a:r>
            <a:r>
              <a:rPr dirty="0"/>
              <a:t>. </a:t>
            </a:r>
            <a:endParaRPr lang="en-US" dirty="0"/>
          </a:p>
          <a:p>
            <a:r>
              <a:rPr dirty="0" err="1"/>
              <a:t>기능</a:t>
            </a:r>
            <a:r>
              <a:rPr dirty="0"/>
              <a:t> </a:t>
            </a:r>
            <a:r>
              <a:rPr dirty="0" err="1"/>
              <a:t>목록보다</a:t>
            </a:r>
            <a:r>
              <a:rPr dirty="0"/>
              <a:t> </a:t>
            </a:r>
            <a:r>
              <a:rPr dirty="0" err="1"/>
              <a:t>고객의</a:t>
            </a:r>
            <a:r>
              <a:rPr dirty="0"/>
              <a:t> </a:t>
            </a:r>
            <a:r>
              <a:rPr dirty="0" err="1"/>
              <a:t>질문</a:t>
            </a:r>
            <a:r>
              <a:rPr dirty="0"/>
              <a:t>, </a:t>
            </a:r>
            <a:r>
              <a:rPr dirty="0" err="1"/>
              <a:t>확인할</a:t>
            </a:r>
            <a:r>
              <a:rPr dirty="0"/>
              <a:t> </a:t>
            </a:r>
            <a:r>
              <a:rPr dirty="0" err="1"/>
              <a:t>정보</a:t>
            </a:r>
            <a:r>
              <a:rPr dirty="0"/>
              <a:t>, </a:t>
            </a:r>
            <a:r>
              <a:rPr dirty="0" err="1"/>
              <a:t>실제</a:t>
            </a:r>
            <a:r>
              <a:rPr dirty="0"/>
              <a:t> </a:t>
            </a:r>
            <a:r>
              <a:rPr dirty="0" err="1"/>
              <a:t>화면</a:t>
            </a:r>
            <a:r>
              <a:rPr dirty="0"/>
              <a:t>, </a:t>
            </a:r>
            <a:r>
              <a:rPr dirty="0" err="1"/>
              <a:t>가능한</a:t>
            </a:r>
            <a:r>
              <a:rPr dirty="0"/>
              <a:t> </a:t>
            </a:r>
            <a:r>
              <a:rPr dirty="0" err="1"/>
              <a:t>판단</a:t>
            </a:r>
            <a:r>
              <a:rPr dirty="0"/>
              <a:t> </a:t>
            </a:r>
            <a:r>
              <a:rPr dirty="0" err="1"/>
              <a:t>순서로</a:t>
            </a:r>
            <a:r>
              <a:rPr dirty="0"/>
              <a:t> </a:t>
            </a:r>
            <a:r>
              <a:rPr dirty="0" err="1"/>
              <a:t>설명합니다</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Jira에도</a:t>
            </a:r>
            <a:r>
              <a:rPr dirty="0"/>
              <a:t> </a:t>
            </a:r>
            <a:r>
              <a:rPr dirty="0" err="1"/>
              <a:t>이슈와</a:t>
            </a:r>
            <a:r>
              <a:rPr dirty="0"/>
              <a:t> </a:t>
            </a:r>
            <a:r>
              <a:rPr dirty="0" err="1"/>
              <a:t>시간</a:t>
            </a:r>
            <a:r>
              <a:rPr dirty="0"/>
              <a:t> </a:t>
            </a:r>
            <a:r>
              <a:rPr dirty="0" err="1"/>
              <a:t>추적</a:t>
            </a:r>
            <a:r>
              <a:rPr dirty="0"/>
              <a:t> </a:t>
            </a:r>
            <a:r>
              <a:rPr dirty="0" err="1"/>
              <a:t>기능이</a:t>
            </a:r>
            <a:r>
              <a:rPr dirty="0"/>
              <a:t> </a:t>
            </a:r>
            <a:r>
              <a:rPr dirty="0" err="1"/>
              <a:t>있습니다</a:t>
            </a:r>
            <a:r>
              <a:rPr dirty="0"/>
              <a:t>. </a:t>
            </a:r>
            <a:endParaRPr lang="en-US" dirty="0"/>
          </a:p>
          <a:p>
            <a:r>
              <a:rPr dirty="0" err="1"/>
              <a:t>인력</a:t>
            </a:r>
            <a:r>
              <a:rPr dirty="0"/>
              <a:t> </a:t>
            </a:r>
            <a:r>
              <a:rPr dirty="0" err="1"/>
              <a:t>배치·근무</a:t>
            </a:r>
            <a:r>
              <a:rPr dirty="0"/>
              <a:t> </a:t>
            </a:r>
            <a:r>
              <a:rPr dirty="0" err="1"/>
              <a:t>기준·급여</a:t>
            </a:r>
            <a:r>
              <a:rPr dirty="0"/>
              <a:t> </a:t>
            </a:r>
            <a:r>
              <a:rPr dirty="0" err="1"/>
              <a:t>정책이</a:t>
            </a:r>
            <a:r>
              <a:rPr dirty="0"/>
              <a:t> </a:t>
            </a:r>
            <a:r>
              <a:rPr dirty="0" err="1"/>
              <a:t>별도</a:t>
            </a:r>
            <a:r>
              <a:rPr dirty="0"/>
              <a:t> </a:t>
            </a:r>
            <a:r>
              <a:rPr dirty="0" err="1"/>
              <a:t>자료에</a:t>
            </a:r>
            <a:r>
              <a:rPr dirty="0"/>
              <a:t> </a:t>
            </a:r>
            <a:r>
              <a:rPr dirty="0" err="1"/>
              <a:t>있을</a:t>
            </a:r>
            <a:r>
              <a:rPr dirty="0"/>
              <a:t> 때 </a:t>
            </a:r>
            <a:r>
              <a:rPr dirty="0" err="1"/>
              <a:t>집계와</a:t>
            </a:r>
            <a:r>
              <a:rPr dirty="0"/>
              <a:t> </a:t>
            </a:r>
            <a:r>
              <a:rPr dirty="0" err="1"/>
              <a:t>대조가</a:t>
            </a:r>
            <a:r>
              <a:rPr dirty="0"/>
              <a:t> </a:t>
            </a:r>
            <a:r>
              <a:rPr dirty="0" err="1"/>
              <a:t>반복된다는</a:t>
            </a:r>
            <a:r>
              <a:rPr dirty="0"/>
              <a:t> </a:t>
            </a:r>
            <a:r>
              <a:rPr dirty="0" err="1"/>
              <a:t>상황을</a:t>
            </a:r>
            <a:r>
              <a:rPr dirty="0"/>
              <a:t> </a:t>
            </a:r>
            <a:r>
              <a:rPr dirty="0" err="1"/>
              <a:t>설명합니다</a:t>
            </a:r>
            <a:r>
              <a:rPr dirty="0"/>
              <a: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핵심</a:t>
            </a:r>
            <a:r>
              <a:rPr dirty="0"/>
              <a:t> </a:t>
            </a:r>
            <a:r>
              <a:rPr dirty="0" err="1"/>
              <a:t>차별점</a:t>
            </a:r>
            <a:r>
              <a:rPr dirty="0"/>
              <a:t>. 약 85초. </a:t>
            </a:r>
            <a:r>
              <a:rPr dirty="0" err="1"/>
              <a:t>일정</a:t>
            </a:r>
            <a:r>
              <a:rPr dirty="0"/>
              <a:t> 68.0%, </a:t>
            </a:r>
            <a:r>
              <a:rPr dirty="0" err="1"/>
              <a:t>완성</a:t>
            </a:r>
            <a:r>
              <a:rPr dirty="0"/>
              <a:t> 55.6%, </a:t>
            </a:r>
            <a:r>
              <a:rPr dirty="0" err="1"/>
              <a:t>공수</a:t>
            </a:r>
            <a:r>
              <a:rPr dirty="0"/>
              <a:t> 81.2%는 </a:t>
            </a:r>
            <a:r>
              <a:rPr dirty="0" err="1"/>
              <a:t>설명용</a:t>
            </a:r>
            <a:r>
              <a:rPr dirty="0"/>
              <a:t> </a:t>
            </a:r>
            <a:r>
              <a:rPr dirty="0" err="1"/>
              <a:t>예시이며</a:t>
            </a:r>
            <a:r>
              <a:rPr dirty="0"/>
              <a:t> </a:t>
            </a:r>
            <a:r>
              <a:rPr dirty="0" err="1"/>
              <a:t>실제</a:t>
            </a:r>
            <a:r>
              <a:rPr dirty="0"/>
              <a:t> </a:t>
            </a:r>
            <a:r>
              <a:rPr dirty="0" err="1"/>
              <a:t>고객</a:t>
            </a:r>
            <a:r>
              <a:rPr dirty="0"/>
              <a:t> </a:t>
            </a:r>
            <a:r>
              <a:rPr dirty="0" err="1"/>
              <a:t>데이터가</a:t>
            </a:r>
            <a:r>
              <a:rPr dirty="0"/>
              <a:t> </a:t>
            </a:r>
            <a:r>
              <a:rPr dirty="0" err="1"/>
              <a:t>아닙니다</a:t>
            </a:r>
            <a:r>
              <a:rPr dirty="0"/>
              <a:t>. </a:t>
            </a:r>
            <a:endParaRPr lang="en-US" dirty="0"/>
          </a:p>
          <a:p>
            <a:r>
              <a:rPr dirty="0" err="1"/>
              <a:t>완성−일정은</a:t>
            </a:r>
            <a:r>
              <a:rPr dirty="0"/>
              <a:t> −12.4%p입니다. 세 </a:t>
            </a:r>
            <a:r>
              <a:rPr dirty="0" err="1"/>
              <a:t>지표는</a:t>
            </a:r>
            <a:r>
              <a:rPr dirty="0"/>
              <a:t> </a:t>
            </a:r>
            <a:r>
              <a:rPr dirty="0" err="1"/>
              <a:t>평균</a:t>
            </a:r>
            <a:r>
              <a:rPr dirty="0"/>
              <a:t> </a:t>
            </a:r>
            <a:r>
              <a:rPr dirty="0" err="1"/>
              <a:t>내지</a:t>
            </a:r>
            <a:r>
              <a:rPr dirty="0"/>
              <a:t> </a:t>
            </a:r>
            <a:r>
              <a:rPr dirty="0" err="1"/>
              <a:t>않습니다</a:t>
            </a:r>
            <a:r>
              <a:rPr dirty="0"/>
              <a:t>. </a:t>
            </a:r>
            <a:r>
              <a:rPr dirty="0" err="1"/>
              <a:t>완성</a:t>
            </a:r>
            <a:r>
              <a:rPr dirty="0"/>
              <a:t> </a:t>
            </a:r>
            <a:r>
              <a:rPr dirty="0" err="1"/>
              <a:t>진척</a:t>
            </a:r>
            <a:r>
              <a:rPr dirty="0"/>
              <a:t> = Σ(</a:t>
            </a:r>
            <a:r>
              <a:rPr dirty="0" err="1"/>
              <a:t>이슈</a:t>
            </a:r>
            <a:r>
              <a:rPr dirty="0"/>
              <a:t> </a:t>
            </a:r>
            <a:r>
              <a:rPr dirty="0" err="1"/>
              <a:t>진행률×계획</a:t>
            </a:r>
            <a:r>
              <a:rPr dirty="0"/>
              <a:t> </a:t>
            </a:r>
            <a:r>
              <a:rPr dirty="0" err="1"/>
              <a:t>공수</a:t>
            </a:r>
            <a:r>
              <a:rPr dirty="0"/>
              <a:t>)/</a:t>
            </a:r>
            <a:r>
              <a:rPr dirty="0" err="1"/>
              <a:t>Σ계획</a:t>
            </a:r>
            <a:r>
              <a:rPr dirty="0"/>
              <a:t> </a:t>
            </a:r>
            <a:r>
              <a:rPr dirty="0" err="1"/>
              <a:t>공수</a:t>
            </a:r>
            <a:r>
              <a:rPr dirty="0"/>
              <a:t>. </a:t>
            </a:r>
            <a:r>
              <a:rPr dirty="0" err="1"/>
              <a:t>완료</a:t>
            </a:r>
            <a:r>
              <a:rPr dirty="0"/>
              <a:t> 100%, 할 일 0%, </a:t>
            </a:r>
            <a:r>
              <a:rPr dirty="0" err="1"/>
              <a:t>진행</a:t>
            </a:r>
            <a:r>
              <a:rPr dirty="0"/>
              <a:t> </a:t>
            </a:r>
            <a:r>
              <a:rPr dirty="0" err="1"/>
              <a:t>중은</a:t>
            </a:r>
            <a:r>
              <a:rPr dirty="0"/>
              <a:t> </a:t>
            </a:r>
            <a:r>
              <a:rPr dirty="0" err="1"/>
              <a:t>실투입</a:t>
            </a:r>
            <a:r>
              <a:rPr dirty="0"/>
              <a:t>/</a:t>
            </a:r>
            <a:r>
              <a:rPr dirty="0" err="1"/>
              <a:t>계획</a:t>
            </a:r>
            <a:r>
              <a:rPr dirty="0"/>
              <a:t> </a:t>
            </a:r>
            <a:r>
              <a:rPr dirty="0" err="1"/>
              <a:t>공수</a:t>
            </a:r>
            <a:r>
              <a:rPr dirty="0"/>
              <a:t> </a:t>
            </a:r>
            <a:r>
              <a:rPr dirty="0" err="1"/>
              <a:t>비율을</a:t>
            </a:r>
            <a:r>
              <a:rPr dirty="0"/>
              <a:t> </a:t>
            </a:r>
            <a:r>
              <a:rPr dirty="0" err="1"/>
              <a:t>최대</a:t>
            </a:r>
            <a:r>
              <a:rPr dirty="0"/>
              <a:t> 100%로 </a:t>
            </a:r>
            <a:r>
              <a:rPr dirty="0" err="1"/>
              <a:t>제한해</a:t>
            </a:r>
            <a:r>
              <a:rPr dirty="0"/>
              <a:t> </a:t>
            </a:r>
            <a:r>
              <a:rPr dirty="0" err="1"/>
              <a:t>근사합니다</a:t>
            </a:r>
            <a:r>
              <a:rPr dirty="0"/>
              <a:t>. </a:t>
            </a:r>
            <a:r>
              <a:rPr dirty="0" err="1"/>
              <a:t>계획</a:t>
            </a:r>
            <a:r>
              <a:rPr dirty="0"/>
              <a:t> </a:t>
            </a:r>
            <a:r>
              <a:rPr dirty="0" err="1"/>
              <a:t>공수가</a:t>
            </a:r>
            <a:r>
              <a:rPr dirty="0"/>
              <a:t> </a:t>
            </a:r>
            <a:r>
              <a:rPr dirty="0" err="1"/>
              <a:t>없거나</a:t>
            </a:r>
            <a:r>
              <a:rPr dirty="0"/>
              <a:t> 0이면 </a:t>
            </a:r>
            <a:r>
              <a:rPr dirty="0" err="1"/>
              <a:t>가중</a:t>
            </a:r>
            <a:r>
              <a:rPr dirty="0"/>
              <a:t> </a:t>
            </a:r>
            <a:r>
              <a:rPr dirty="0" err="1"/>
              <a:t>계산에서</a:t>
            </a:r>
            <a:r>
              <a:rPr dirty="0"/>
              <a:t> </a:t>
            </a:r>
            <a:r>
              <a:rPr dirty="0" err="1"/>
              <a:t>제외됩니다</a:t>
            </a:r>
            <a:r>
              <a:rPr dirty="0"/>
              <a: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Jira </a:t>
            </a:r>
            <a:r>
              <a:rPr dirty="0" err="1"/>
              <a:t>이슈</a:t>
            </a:r>
            <a:r>
              <a:rPr dirty="0"/>
              <a:t> </a:t>
            </a:r>
            <a:r>
              <a:rPr dirty="0" err="1"/>
              <a:t>상태·계획</a:t>
            </a:r>
            <a:r>
              <a:rPr dirty="0"/>
              <a:t> </a:t>
            </a:r>
            <a:r>
              <a:rPr dirty="0" err="1"/>
              <a:t>공수·워크로그에</a:t>
            </a:r>
            <a:r>
              <a:rPr dirty="0"/>
              <a:t> </a:t>
            </a:r>
            <a:r>
              <a:rPr dirty="0" err="1"/>
              <a:t>인력과</a:t>
            </a:r>
            <a:r>
              <a:rPr dirty="0"/>
              <a:t> 팀, </a:t>
            </a:r>
            <a:r>
              <a:rPr dirty="0" err="1"/>
              <a:t>근무</a:t>
            </a:r>
            <a:r>
              <a:rPr dirty="0"/>
              <a:t> </a:t>
            </a:r>
            <a:r>
              <a:rPr dirty="0" err="1"/>
              <a:t>기준</a:t>
            </a:r>
            <a:r>
              <a:rPr dirty="0"/>
              <a:t>, </a:t>
            </a:r>
            <a:r>
              <a:rPr dirty="0" err="1"/>
              <a:t>급여</a:t>
            </a:r>
            <a:r>
              <a:rPr dirty="0"/>
              <a:t> </a:t>
            </a:r>
            <a:r>
              <a:rPr dirty="0" err="1"/>
              <a:t>정책을</a:t>
            </a:r>
            <a:r>
              <a:rPr dirty="0"/>
              <a:t> </a:t>
            </a:r>
            <a:r>
              <a:rPr dirty="0" err="1"/>
              <a:t>연결합니다</a:t>
            </a:r>
            <a:r>
              <a:rPr dirty="0"/>
              <a:t>. </a:t>
            </a:r>
            <a:endParaRPr lang="en-US" dirty="0"/>
          </a:p>
          <a:p>
            <a:r>
              <a:rPr dirty="0" err="1"/>
              <a:t>인력·공수·진척·일정·비용은</a:t>
            </a:r>
            <a:r>
              <a:rPr dirty="0"/>
              <a:t> </a:t>
            </a:r>
            <a:r>
              <a:rPr dirty="0" err="1"/>
              <a:t>각각</a:t>
            </a:r>
            <a:r>
              <a:rPr dirty="0"/>
              <a:t> </a:t>
            </a:r>
            <a:r>
              <a:rPr dirty="0" err="1"/>
              <a:t>다른</a:t>
            </a:r>
            <a:r>
              <a:rPr dirty="0"/>
              <a:t> </a:t>
            </a:r>
            <a:r>
              <a:rPr dirty="0" err="1"/>
              <a:t>운영</a:t>
            </a:r>
            <a:r>
              <a:rPr dirty="0"/>
              <a:t> </a:t>
            </a:r>
            <a:r>
              <a:rPr dirty="0" err="1"/>
              <a:t>질문에</a:t>
            </a:r>
            <a:r>
              <a:rPr dirty="0"/>
              <a:t> </a:t>
            </a:r>
            <a:r>
              <a:rPr dirty="0" err="1"/>
              <a:t>답합니다</a:t>
            </a:r>
            <a:r>
              <a:rPr dirty="0"/>
              <a:t>. </a:t>
            </a:r>
            <a:r>
              <a:rPr dirty="0" err="1"/>
              <a:t>저장</a:t>
            </a:r>
            <a:r>
              <a:rPr dirty="0"/>
              <a:t> </a:t>
            </a:r>
            <a:r>
              <a:rPr dirty="0" err="1"/>
              <a:t>위치와</a:t>
            </a:r>
            <a:r>
              <a:rPr dirty="0"/>
              <a:t> </a:t>
            </a:r>
            <a:r>
              <a:rPr dirty="0" err="1"/>
              <a:t>외부</a:t>
            </a:r>
            <a:r>
              <a:rPr dirty="0"/>
              <a:t> </a:t>
            </a:r>
            <a:r>
              <a:rPr dirty="0" err="1"/>
              <a:t>통신</a:t>
            </a:r>
            <a:r>
              <a:rPr dirty="0"/>
              <a:t> </a:t>
            </a:r>
            <a:r>
              <a:rPr dirty="0" err="1"/>
              <a:t>조건은</a:t>
            </a:r>
            <a:r>
              <a:rPr dirty="0"/>
              <a:t> </a:t>
            </a:r>
            <a:r>
              <a:rPr dirty="0" err="1"/>
              <a:t>부록</a:t>
            </a:r>
            <a:r>
              <a:rPr dirty="0"/>
              <a:t> A2에서 </a:t>
            </a:r>
            <a:r>
              <a:rPr dirty="0" err="1"/>
              <a:t>설명합니다</a:t>
            </a:r>
            <a:r>
              <a:t>. </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진척 관리. 약 75초. 일정·완성·공수를 비교하고 S-curve로 계획선보다 처진 구간을 확인합니다. 작업 범위·추정 공수·병목을 점검합니다. 완성 진척에는 진행 중 이슈의 실투입/계획 공수 근사가 포함됩니다. 품질·고객 검수를 독립 측정하지 않습니다. 완료 이슈의 확정 지연은 회고이며, 남은 공수 추세의 예측 지연은 예보입니다. 상태 판정은 설정 임계치를 적용합니다. 첨부 템플릿 9장의 실제 화면을 개인·프로젝트 정보가 없는 분석 영역으로 발췌했습니다. 화면 수치는 3장의 설명용 예시와 별개이며 현재 운영 성과로 제시하지 않습니다. 대상 환경 배포·화면 일치 여부와 같은 기간 캡처는 외부 공유 전 확인해야 합니다. 근거: 소개서 §2.1·§3, 첨부 템플릿 9장.</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인력 현황. 약 75초. MD=기록 시간/설정된 1일 근무 시간. 월별 MM=월 투입 MD/월 기준 근무 MD. 월 분모에는 평일과 등록 공휴일·부분 근무일을 반영합니다. 가동률은 해당 조회 범위의 실효 가용 공수 대비 기록된 투입 공수입니다. 참여 기간·연차·공휴일·기록 누락을 확인합니다. 팀 비율은 Σ투입MD/Σ가용MD이며 개인 비율 평균이 아닙니다. 화면별 범위·분모·경고 임계치는 다를 수 있습니다. 성과·역량·생산성 점수가 아닙니다. 인력 현황 화면은 추가 캡처가 필요합니다. 근거: 소개서 §2.3·§3.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인력 배정. 약 60초. 프로젝트의 미배정·임박·지연 작업을 보고 후보의 스킬 적합도와 부하를 함께 참고합니다. 관리자 판단으로 한 명씩 또는 팀을 배정합니다. AI 자동 배정·최적 배정 보장을 의미하지 않습니다. 프로젝트 배정 화면은 추가 캡처가 필요합니다. 근거: 소개서 §2.4.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작업·일정. 약 60초. 같은 작업을 목록·트리·간트로 전환합니다. WBS·폴더 계층과 선후행 관계를 확인하고 막대를 끌어 일정을 조정하는 장면을 설명합니다. 첨부 템플릿 18장의 실제 간트 캡처를 사용하고 인물·이슈 키·작업명은 가상 명칭으로 대체했습니다. 원본 월 보기와 날짜 축은 유지했습니다. 이 화면은 기능 설명용이며 실제 고객 사례가 아닙니다. 다른 화면과 같은 조회 기간의 재캡처는 추가로 필요합니다. 근거: 소개서 §2.5, 첨부 템플릿 18장.</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비용 관리. 약 85초. 계획 인건비는 급여 정책에 따른 유효 투입급여 합계입니다. 소진 비용 AC는 계획 인건비×일정 진척률인 추정값입니다. 이슈별 비용은 인원별 소진 추정액을 워크로그 비중으로 배분합니다. 실제 급여 지급액·회계 지출 실적·확정 원가가 아닙니다. 미산정 인원을 통해 급여·등급 설정 누락을 점검합니다. 원본 템플릿의 실집행·CPI·EAC 홍보와 실제 금액 화면은 사용하지 않았습니다. 현행 라벨의 가상 급여 데모 화면을 추가 캡처해야 합니다. 근거: 소개서 §2.6.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전사 관점. 약 70초. 통합 대시보드에서 프로젝트를 시간·범위·자원 기준으로 비교하고 차이가 큰 프로젝트부터 상세 화면에서 원인을 확인합니다. 색만으로 상태를 판단하지 않고 문자와 수치를 함께 읽습니다. 비용·급여는 별도 권한입니다. 전사는 일 단위 배치 스냅샷이며 재집계 요청도 비동기입니다. 완료와 기준 시각 확인이 필요합니다. 첨부 템플릿 19장 캡처의 프로젝트명을 가상 명칭으로 바꾸고 금액을 가렸습니다. 기준 시각 2026-07-06 14:59는 원본에 표시된 값이며 현재 집계 시각이 아닙니다. 대상 환경 배포·동일 기간 재캡처를 확인해야 합니다. 근거: 소개서 §2.7·§5.3, 첨부 템플릿 19장.</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도입·권한. 약 70초. 근무 기준, 인력 등록, 팀·권한, 프로젝트 연결의 네 단계입니다. 권한 세트별 읽기·쓰기와 조회 범위를 설정합니다. 비용·급여 권한이 없으면 0원이 아니라 카드 자체가 보이지 않습니다. Jira Cloud 전용이며 별도 앱 서버 구축 부담을 줄여도 앱 업데이트와 설정 관리는 필요합니다. 근거: 소개서 §4~5.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다음 단계. 약 50초. 대표 프로젝트 하나를 정해 근무 기준과 계획 공수, 워크로그를 확인하고 기존 보고와 공수·진척·인력 부하를 대조합니다. 평가 환경에서 업무 흐름과 권한을 확인한 뒤 확대 범위를 결정합니다. 제품 문의·설치·데모 링크는 자료에서 확정되지 않았습니다. 표시한 연락처 자리는 공유 전에 실제 문의 채널로 교체해야 합니다. 근거: 소개서 §6.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부록 A1. 본문 발표 시간에서 제외합니다. 최근 확장 기능은 대상 환경에서 배포와 실제 동작 확인 후 사용합니다. 개인 분석의 프로필·스킬·프로젝트 경험은 현재 정보입니다. 기간 리포트 일부는 현재 이슈 상태·현재 배정 명단을 사용하는 근사이며 진행 중인 기간과 전기의 관측 일수가 다를 수 있습니다. 기간별 진척은 수집한 스냅샷만 사용합니다. 기간 비용은 현재 급여 정책과 영업일 비율의 추정입니다. 과거 선택으로 당시 모든 상태를 복원하는 기능은 아닙니다. 확인 후 본문 6장 또는 10장을 대체할 수 있습니다. 근거: 소개서 §2.8.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부록 A2. 본문 발표 시간에서 제외합니다. Jira 이슈·워크로그가 원본입니다. Forge SQL/KVS에 앱 데이터·집계 스냅샷·일부 조회 캐시가 저장됩니다. 일반 Jira 조회는 사용자 권한을 기본으로 하지만 시스템 집계 등은 별도 앱 권한과 조회 규칙을 적용합니다. 오류 모니터링용 Sentry 연동이 있으므로 외부 전송 없음 또는 보안 인증을 주장하지 않습니다. 전송 항목·보관 정책은 별도 증빙으로 확인해야 합니다. 운영 배포는 소개서만으로 확정할 수 없습니다. 근거: 소개서 §4~5.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4.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19.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2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png"/><Relationship Id="rId7"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6.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64DCB79-0220-41F2-AEF2-B1435C0A9A19}"/>
              </a:ext>
            </a:extLst>
          </p:cNvPr>
          <p:cNvSpPr>
            <a:spLocks noGrp="1"/>
          </p:cNvSpPr>
          <p:nvPr/>
        </p:nvSpPr>
        <p:spPr>
          <a:xfrm>
            <a:off x="7315200" y="0"/>
            <a:ext cx="4876495" cy="6858000"/>
          </a:xfrm>
          <a:prstGeom prst="rect">
            <a:avLst/>
          </a:prstGeom>
          <a:solidFill>
            <a:srgbClr val="83CCD2"/>
          </a:solidFill>
        </p:spPr>
        <p:txBody>
          <a:bodyPr/>
          <a:lstStyle/>
          <a:p>
            <a:endParaRPr lang="ko-KR" altLang="en-US"/>
          </a:p>
        </p:txBody>
      </p:sp>
      <p:sp>
        <p:nvSpPr>
          <p:cNvPr id="3" name="Shape 1">
            <a:extLst>
              <a:ext uri="{FF2B5EF4-FFF2-40B4-BE49-F238E27FC236}">
                <a16:creationId xmlns:a16="http://schemas.microsoft.com/office/drawing/2014/main" id="{9F198043-3758-42EB-B4C4-699A40059D4B}"/>
              </a:ext>
            </a:extLst>
          </p:cNvPr>
          <p:cNvSpPr>
            <a:spLocks noGrp="1"/>
          </p:cNvSpPr>
          <p:nvPr/>
        </p:nvSpPr>
        <p:spPr>
          <a:xfrm>
            <a:off x="7315200" y="6035040"/>
            <a:ext cx="4876495" cy="822960"/>
          </a:xfrm>
          <a:prstGeom prst="rect">
            <a:avLst/>
          </a:prstGeom>
          <a:solidFill>
            <a:srgbClr val="2C7E82">
              <a:alpha val="22000"/>
            </a:srgbClr>
          </a:solidFill>
        </p:spPr>
        <p:txBody>
          <a:bodyPr/>
          <a:lstStyle/>
          <a:p>
            <a:endParaRPr lang="ko-KR" altLang="en-US"/>
          </a:p>
        </p:txBody>
      </p:sp>
      <p:pic>
        <p:nvPicPr>
          <p:cNvPr id="23" name="Image 0"/>
          <p:cNvPicPr>
            <a:picLocks noChangeAspect="1"/>
          </p:cNvPicPr>
          <p:nvPr/>
        </p:nvPicPr>
        <p:blipFill>
          <a:blip r:embed="rId3"/>
          <a:stretch>
            <a:fillRect/>
          </a:stretch>
        </p:blipFill>
        <p:spPr>
          <a:xfrm>
            <a:off x="9464040" y="960120"/>
            <a:ext cx="566928" cy="548640"/>
          </a:xfrm>
          <a:prstGeom prst="rect">
            <a:avLst/>
          </a:prstGeom>
        </p:spPr>
      </p:pic>
      <p:pic>
        <p:nvPicPr>
          <p:cNvPr id="24" name="Image 1"/>
          <p:cNvPicPr>
            <a:picLocks noChangeAspect="1"/>
          </p:cNvPicPr>
          <p:nvPr/>
        </p:nvPicPr>
        <p:blipFill>
          <a:blip r:embed="rId4"/>
          <a:stretch>
            <a:fillRect/>
          </a:stretch>
        </p:blipFill>
        <p:spPr>
          <a:xfrm>
            <a:off x="7955280" y="2331720"/>
            <a:ext cx="2651760" cy="608076"/>
          </a:xfrm>
          <a:prstGeom prst="rect">
            <a:avLst/>
          </a:prstGeom>
        </p:spPr>
      </p:pic>
      <p:sp>
        <p:nvSpPr>
          <p:cNvPr id="6" name="Text 2">
            <a:extLst>
              <a:ext uri="{FF2B5EF4-FFF2-40B4-BE49-F238E27FC236}">
                <a16:creationId xmlns:a16="http://schemas.microsoft.com/office/drawing/2014/main" id="{5DB28FD6-021E-40F9-969D-78A97C23D486}"/>
              </a:ext>
            </a:extLst>
          </p:cNvPr>
          <p:cNvSpPr>
            <a:spLocks noGrp="1"/>
          </p:cNvSpPr>
          <p:nvPr/>
        </p:nvSpPr>
        <p:spPr>
          <a:xfrm>
            <a:off x="7955280" y="3017520"/>
            <a:ext cx="3474720" cy="274320"/>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1000" b="1" spc="200">
                <a:solidFill>
                  <a:srgbClr val="FFFFFF"/>
                </a:solidFill>
                <a:latin typeface="Noto Sans KR"/>
                <a:ea typeface="Noto Sans KR"/>
                <a:cs typeface="Noto Sans KR"/>
              </a:rPr>
              <a:t>ATLASSIAN FORGE APP</a:t>
            </a:r>
            <a:endParaRPr sz="1000"/>
          </a:p>
        </p:txBody>
      </p:sp>
      <p:sp>
        <p:nvSpPr>
          <p:cNvPr id="7" name="Text 3">
            <a:extLst>
              <a:ext uri="{FF2B5EF4-FFF2-40B4-BE49-F238E27FC236}">
                <a16:creationId xmlns:a16="http://schemas.microsoft.com/office/drawing/2014/main" id="{CA515DE9-D794-409D-BCB7-2CCA694DD2E4}"/>
              </a:ext>
            </a:extLst>
          </p:cNvPr>
          <p:cNvSpPr>
            <a:spLocks noGrp="1"/>
          </p:cNvSpPr>
          <p:nvPr/>
        </p:nvSpPr>
        <p:spPr>
          <a:xfrm>
            <a:off x="640080" y="1188720"/>
            <a:ext cx="6400800" cy="274320"/>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1100" b="1" spc="300">
                <a:solidFill>
                  <a:srgbClr val="3B9DA1"/>
                </a:solidFill>
                <a:latin typeface="Noto Sans KR"/>
                <a:ea typeface="Noto Sans KR"/>
                <a:cs typeface="Noto Sans KR"/>
              </a:rPr>
              <a:t>JIRA CLOUD  ·  WORKFORCE ANALYTICS</a:t>
            </a:r>
            <a:endParaRPr sz="1100"/>
          </a:p>
        </p:txBody>
      </p:sp>
      <p:sp>
        <p:nvSpPr>
          <p:cNvPr id="8" name="Text 4">
            <a:extLst>
              <a:ext uri="{FF2B5EF4-FFF2-40B4-BE49-F238E27FC236}">
                <a16:creationId xmlns:a16="http://schemas.microsoft.com/office/drawing/2014/main" id="{27D044AA-83B2-4169-8955-AED3303597B2}"/>
              </a:ext>
            </a:extLst>
          </p:cNvPr>
          <p:cNvSpPr>
            <a:spLocks noGrp="1"/>
          </p:cNvSpPr>
          <p:nvPr/>
        </p:nvSpPr>
        <p:spPr>
          <a:xfrm>
            <a:off x="640080" y="1600200"/>
            <a:ext cx="6583680" cy="914400"/>
          </a:xfrm>
          <a:prstGeom prst="rect">
            <a:avLst/>
          </a:prstGeom>
          <a:noFill/>
        </p:spPr>
        <p:txBody>
          <a:bodyPr wrap="square" lIns="0" tIns="0" rIns="0" bIns="0" anchor="ctr"/>
          <a:lstStyle/>
          <a:p>
            <a:pPr marL="0" indent="0">
              <a:lnSpc>
                <a:spcPct val="115000"/>
              </a:lnSpc>
              <a:buNone/>
            </a:pPr>
            <a:r>
              <a:rPr sz="4800" b="1">
                <a:solidFill>
                  <a:srgbClr val="17282B"/>
                </a:solidFill>
                <a:latin typeface="Noto Sans KR"/>
                <a:ea typeface="Noto Sans KR"/>
                <a:cs typeface="Noto Sans KR"/>
              </a:rPr>
              <a:t>Moves Workforce</a:t>
            </a:r>
            <a:endParaRPr sz="4800"/>
          </a:p>
        </p:txBody>
      </p:sp>
      <p:sp>
        <p:nvSpPr>
          <p:cNvPr id="9" name="Text 5">
            <a:extLst>
              <a:ext uri="{FF2B5EF4-FFF2-40B4-BE49-F238E27FC236}">
                <a16:creationId xmlns:a16="http://schemas.microsoft.com/office/drawing/2014/main" id="{3CE9B575-041D-43A8-9610-AD5BE2E047B8}"/>
              </a:ext>
            </a:extLst>
          </p:cNvPr>
          <p:cNvSpPr>
            <a:spLocks noGrp="1"/>
          </p:cNvSpPr>
          <p:nvPr/>
        </p:nvSpPr>
        <p:spPr>
          <a:xfrm>
            <a:off x="640080" y="2606040"/>
            <a:ext cx="6400800" cy="914400"/>
          </a:xfrm>
          <a:prstGeom prst="rect">
            <a:avLst/>
          </a:prstGeom>
          <a:noFill/>
        </p:spPr>
        <p:txBody>
          <a:bodyPr wrap="square" lIns="0" tIns="0" rIns="0" bIns="0" anchor="ctr">
            <a:noAutofit/>
          </a:bodyPr>
          <a:lstStyle/>
          <a:p>
            <a:pPr marL="0" indent="0">
              <a:lnSpc>
                <a:spcPct val="115000"/>
              </a:lnSpc>
              <a:buNone/>
              <a:defRPr sz="2250" b="1">
                <a:solidFill>
                  <a:srgbClr val="172A2D"/>
                </a:solidFill>
                <a:latin typeface="Noto Sans KR"/>
                <a:ea typeface="Noto Sans KR"/>
                <a:cs typeface="Noto Sans KR"/>
              </a:defRPr>
            </a:pPr>
            <a:r>
              <a:rPr sz="2250" b="1">
                <a:solidFill>
                  <a:srgbClr val="172A2D"/>
                </a:solidFill>
                <a:latin typeface="Noto Sans KR"/>
                <a:ea typeface="Noto Sans KR"/>
                <a:cs typeface="Noto Sans KR"/>
              </a:rPr>
              <a:t>Jira의 업무 기록을</a:t>
            </a:r>
            <a:endParaRPr sz="2200"/>
          </a:p>
          <a:p>
            <a:pPr marL="0" indent="0">
              <a:lnSpc>
                <a:spcPct val="115000"/>
              </a:lnSpc>
              <a:buNone/>
              <a:defRPr sz="2250" b="1">
                <a:solidFill>
                  <a:srgbClr val="172A2D"/>
                </a:solidFill>
                <a:latin typeface="Noto Sans KR"/>
                <a:ea typeface="Noto Sans KR"/>
                <a:cs typeface="Noto Sans KR"/>
              </a:defRPr>
            </a:pPr>
            <a:r>
              <a:rPr sz="2250" b="1">
                <a:solidFill>
                  <a:srgbClr val="172A2D"/>
                </a:solidFill>
                <a:latin typeface="Noto Sans KR"/>
                <a:ea typeface="Noto Sans KR"/>
                <a:cs typeface="Noto Sans KR"/>
              </a:rPr>
              <a:t>프로젝트 운영의 판단 근거로.</a:t>
            </a:r>
            <a:endParaRPr sz="2200"/>
          </a:p>
        </p:txBody>
      </p:sp>
      <p:sp>
        <p:nvSpPr>
          <p:cNvPr id="10" name="Text 6">
            <a:extLst>
              <a:ext uri="{FF2B5EF4-FFF2-40B4-BE49-F238E27FC236}">
                <a16:creationId xmlns:a16="http://schemas.microsoft.com/office/drawing/2014/main" id="{C8D6C1F6-D74C-403F-A0A0-5C8AE548E55B}"/>
              </a:ext>
            </a:extLst>
          </p:cNvPr>
          <p:cNvSpPr>
            <a:spLocks noGrp="1"/>
          </p:cNvSpPr>
          <p:nvPr/>
        </p:nvSpPr>
        <p:spPr>
          <a:xfrm>
            <a:off x="640080" y="3703320"/>
            <a:ext cx="6309360" cy="914400"/>
          </a:xfrm>
          <a:prstGeom prst="rect">
            <a:avLst/>
          </a:prstGeom>
          <a:noFill/>
        </p:spPr>
        <p:txBody>
          <a:bodyPr wrap="square" lIns="0" tIns="0" rIns="0" bIns="0" anchor="ctr">
            <a:noAutofit/>
          </a:bodyPr>
          <a:lstStyle/>
          <a:p>
            <a:pPr marL="0" indent="0">
              <a:lnSpc>
                <a:spcPct val="115000"/>
              </a:lnSpc>
              <a:buNone/>
              <a:defRPr sz="1725">
                <a:solidFill>
                  <a:srgbClr val="5B6A6C"/>
                </a:solidFill>
                <a:latin typeface="Noto Sans KR"/>
                <a:ea typeface="Noto Sans KR"/>
                <a:cs typeface="Noto Sans KR"/>
              </a:defRPr>
            </a:pPr>
            <a:r>
              <a:rPr sz="1725">
                <a:solidFill>
                  <a:srgbClr val="5B6A6C"/>
                </a:solidFill>
                <a:latin typeface="Noto Sans KR"/>
                <a:ea typeface="Noto Sans KR"/>
                <a:cs typeface="Noto Sans KR"/>
              </a:rPr>
              <a:t>이슈·워크로그에 인력과 운영 기준을 연결해</a:t>
            </a:r>
            <a:endParaRPr sz="1300"/>
          </a:p>
          <a:p>
            <a:pPr marL="0" indent="0">
              <a:lnSpc>
                <a:spcPct val="115000"/>
              </a:lnSpc>
              <a:buNone/>
              <a:defRPr sz="1725">
                <a:solidFill>
                  <a:srgbClr val="5B6A6C"/>
                </a:solidFill>
                <a:latin typeface="Noto Sans KR"/>
                <a:ea typeface="Noto Sans KR"/>
                <a:cs typeface="Noto Sans KR"/>
              </a:defRPr>
            </a:pPr>
            <a:r>
              <a:rPr sz="1725">
                <a:solidFill>
                  <a:srgbClr val="5B6A6C"/>
                </a:solidFill>
                <a:latin typeface="Noto Sans KR"/>
                <a:ea typeface="Noto Sans KR"/>
                <a:cs typeface="Noto Sans KR"/>
              </a:rPr>
              <a:t>인력·공수·진척·비용을 관리하고 분석합니다.</a:t>
            </a:r>
            <a:endParaRPr sz="1300"/>
          </a:p>
        </p:txBody>
      </p:sp>
      <p:sp>
        <p:nvSpPr>
          <p:cNvPr id="11" name="Shape 7">
            <a:extLst>
              <a:ext uri="{FF2B5EF4-FFF2-40B4-BE49-F238E27FC236}">
                <a16:creationId xmlns:a16="http://schemas.microsoft.com/office/drawing/2014/main" id="{B009AAA0-4A85-4590-A7F6-0C97D6330F89}"/>
              </a:ext>
            </a:extLst>
          </p:cNvPr>
          <p:cNvSpPr>
            <a:spLocks noGrp="1"/>
          </p:cNvSpPr>
          <p:nvPr/>
        </p:nvSpPr>
        <p:spPr>
          <a:xfrm>
            <a:off x="640080" y="4800600"/>
            <a:ext cx="2363724" cy="420624"/>
          </a:xfrm>
          <a:prstGeom prst="roundRect">
            <a:avLst>
              <a:gd name="adj" fmla="val 19565"/>
            </a:avLst>
          </a:prstGeom>
          <a:solidFill>
            <a:srgbClr val="EBF6F7"/>
          </a:solidFill>
          <a:ln w="12700">
            <a:solidFill>
              <a:srgbClr val="D6EEF0"/>
            </a:solidFill>
            <a:prstDash val="solid"/>
          </a:ln>
        </p:spPr>
        <p:txBody>
          <a:bodyPr/>
          <a:lstStyle/>
          <a:p>
            <a:endParaRPr lang="ko-KR" altLang="en-US"/>
          </a:p>
        </p:txBody>
      </p:sp>
      <p:sp>
        <p:nvSpPr>
          <p:cNvPr id="12" name="Text 8">
            <a:extLst>
              <a:ext uri="{FF2B5EF4-FFF2-40B4-BE49-F238E27FC236}">
                <a16:creationId xmlns:a16="http://schemas.microsoft.com/office/drawing/2014/main" id="{762B61F9-756F-4F83-9FED-8F02E9CEAAF2}"/>
              </a:ext>
            </a:extLst>
          </p:cNvPr>
          <p:cNvSpPr>
            <a:spLocks noGrp="1"/>
          </p:cNvSpPr>
          <p:nvPr/>
        </p:nvSpPr>
        <p:spPr>
          <a:xfrm>
            <a:off x="640080" y="4800600"/>
            <a:ext cx="2363724" cy="420624"/>
          </a:xfrm>
          <a:prstGeom prst="rect">
            <a:avLst/>
          </a:prstGeom>
          <a:noFill/>
        </p:spPr>
        <p:txBody>
          <a:bodyPr wrap="square" lIns="0" tIns="0" rIns="0" bIns="0" anchor="ctr">
            <a:noAutofit/>
          </a:bodyPr>
          <a:lstStyle/>
          <a:p>
            <a:pPr marL="0" indent="0" algn="ctr">
              <a:lnSpc>
                <a:spcPct val="115000"/>
              </a:lnSpc>
              <a:buNone/>
              <a:defRPr>
                <a:latin typeface="Noto Sans KR"/>
                <a:ea typeface="Noto Sans KR"/>
                <a:cs typeface="Noto Sans KR"/>
              </a:defRPr>
            </a:pPr>
            <a:r>
              <a:rPr sz="1100" b="1" dirty="0" err="1">
                <a:solidFill>
                  <a:srgbClr val="2C7E82"/>
                </a:solidFill>
                <a:latin typeface="Noto Sans KR"/>
                <a:ea typeface="Noto Sans KR"/>
                <a:cs typeface="Noto Sans KR"/>
              </a:rPr>
              <a:t>일정·완성·공수</a:t>
            </a:r>
            <a:r>
              <a:rPr sz="1100" b="1" dirty="0">
                <a:solidFill>
                  <a:srgbClr val="2C7E82"/>
                </a:solidFill>
                <a:latin typeface="Noto Sans KR"/>
                <a:ea typeface="Noto Sans KR"/>
                <a:cs typeface="Noto Sans KR"/>
              </a:rPr>
              <a:t> </a:t>
            </a:r>
            <a:r>
              <a:rPr sz="1100" b="1" dirty="0" err="1">
                <a:solidFill>
                  <a:srgbClr val="2C7E82"/>
                </a:solidFill>
                <a:latin typeface="Noto Sans KR"/>
                <a:ea typeface="Noto Sans KR"/>
                <a:cs typeface="Noto Sans KR"/>
              </a:rPr>
              <a:t>분리</a:t>
            </a:r>
            <a:endParaRPr sz="1100" dirty="0"/>
          </a:p>
        </p:txBody>
      </p:sp>
      <p:sp>
        <p:nvSpPr>
          <p:cNvPr id="13" name="Shape 9">
            <a:extLst>
              <a:ext uri="{FF2B5EF4-FFF2-40B4-BE49-F238E27FC236}">
                <a16:creationId xmlns:a16="http://schemas.microsoft.com/office/drawing/2014/main" id="{56F2D92D-A5B7-46B7-AD59-21637EB512B7}"/>
              </a:ext>
            </a:extLst>
          </p:cNvPr>
          <p:cNvSpPr>
            <a:spLocks noGrp="1"/>
          </p:cNvSpPr>
          <p:nvPr/>
        </p:nvSpPr>
        <p:spPr>
          <a:xfrm>
            <a:off x="3186684" y="4800600"/>
            <a:ext cx="1307592" cy="420624"/>
          </a:xfrm>
          <a:prstGeom prst="roundRect">
            <a:avLst>
              <a:gd name="adj" fmla="val 19565"/>
            </a:avLst>
          </a:prstGeom>
          <a:solidFill>
            <a:srgbClr val="EBF6F7"/>
          </a:solidFill>
          <a:ln w="12700">
            <a:solidFill>
              <a:srgbClr val="D6EEF0"/>
            </a:solidFill>
            <a:prstDash val="solid"/>
          </a:ln>
        </p:spPr>
        <p:txBody>
          <a:bodyPr/>
          <a:lstStyle/>
          <a:p>
            <a:endParaRPr lang="ko-KR" altLang="en-US"/>
          </a:p>
        </p:txBody>
      </p:sp>
      <p:sp>
        <p:nvSpPr>
          <p:cNvPr id="14" name="Text 10">
            <a:extLst>
              <a:ext uri="{FF2B5EF4-FFF2-40B4-BE49-F238E27FC236}">
                <a16:creationId xmlns:a16="http://schemas.microsoft.com/office/drawing/2014/main" id="{FDFFAC7E-5D68-4F1A-B6D7-610E3846BA5A}"/>
              </a:ext>
            </a:extLst>
          </p:cNvPr>
          <p:cNvSpPr>
            <a:spLocks noGrp="1"/>
          </p:cNvSpPr>
          <p:nvPr/>
        </p:nvSpPr>
        <p:spPr>
          <a:xfrm>
            <a:off x="3186684" y="4800600"/>
            <a:ext cx="1307592" cy="420624"/>
          </a:xfrm>
          <a:prstGeom prst="rect">
            <a:avLst/>
          </a:prstGeom>
          <a:noFill/>
        </p:spPr>
        <p:txBody>
          <a:bodyPr wrap="square" lIns="0" tIns="0" rIns="0" bIns="0" anchor="ctr">
            <a:noAutofit/>
          </a:bodyPr>
          <a:lstStyle/>
          <a:p>
            <a:pPr marL="0" indent="0" algn="ctr">
              <a:lnSpc>
                <a:spcPct val="115000"/>
              </a:lnSpc>
              <a:buNone/>
              <a:defRPr>
                <a:latin typeface="Noto Sans KR"/>
                <a:ea typeface="Noto Sans KR"/>
                <a:cs typeface="Noto Sans KR"/>
              </a:defRPr>
            </a:pPr>
            <a:r>
              <a:rPr sz="1100" b="1" dirty="0" err="1">
                <a:solidFill>
                  <a:srgbClr val="2C7E82"/>
                </a:solidFill>
                <a:latin typeface="Noto Sans KR"/>
                <a:ea typeface="Noto Sans KR"/>
                <a:cs typeface="Noto Sans KR"/>
              </a:rPr>
              <a:t>인력</a:t>
            </a:r>
            <a:r>
              <a:rPr sz="1100" b="1" dirty="0">
                <a:solidFill>
                  <a:srgbClr val="2C7E82"/>
                </a:solidFill>
                <a:latin typeface="Noto Sans KR"/>
                <a:ea typeface="Noto Sans KR"/>
                <a:cs typeface="Noto Sans KR"/>
              </a:rPr>
              <a:t> </a:t>
            </a:r>
            <a:r>
              <a:rPr sz="1100" b="1" dirty="0" err="1">
                <a:solidFill>
                  <a:srgbClr val="2C7E82"/>
                </a:solidFill>
                <a:latin typeface="Noto Sans KR"/>
                <a:ea typeface="Noto Sans KR"/>
                <a:cs typeface="Noto Sans KR"/>
              </a:rPr>
              <a:t>배분</a:t>
            </a:r>
            <a:endParaRPr sz="1100" dirty="0"/>
          </a:p>
        </p:txBody>
      </p:sp>
      <p:sp>
        <p:nvSpPr>
          <p:cNvPr id="15" name="Shape 11">
            <a:extLst>
              <a:ext uri="{FF2B5EF4-FFF2-40B4-BE49-F238E27FC236}">
                <a16:creationId xmlns:a16="http://schemas.microsoft.com/office/drawing/2014/main" id="{A6F2B65B-03A0-42C9-A89A-1672D4858CCC}"/>
              </a:ext>
            </a:extLst>
          </p:cNvPr>
          <p:cNvSpPr>
            <a:spLocks noGrp="1"/>
          </p:cNvSpPr>
          <p:nvPr/>
        </p:nvSpPr>
        <p:spPr>
          <a:xfrm>
            <a:off x="4676775" y="4800600"/>
            <a:ext cx="1162050" cy="419100"/>
          </a:xfrm>
          <a:prstGeom prst="roundRect">
            <a:avLst>
              <a:gd name="adj" fmla="val 19565"/>
            </a:avLst>
          </a:prstGeom>
          <a:solidFill>
            <a:srgbClr val="EBF6F7"/>
          </a:solidFill>
          <a:ln w="12700">
            <a:solidFill>
              <a:srgbClr val="D6EEF0"/>
            </a:solidFill>
            <a:prstDash val="solid"/>
          </a:ln>
        </p:spPr>
        <p:txBody>
          <a:bodyPr/>
          <a:lstStyle/>
          <a:p>
            <a:endParaRPr lang="ko-KR" altLang="en-US"/>
          </a:p>
        </p:txBody>
      </p:sp>
      <p:sp>
        <p:nvSpPr>
          <p:cNvPr id="16" name="Text 12">
            <a:extLst>
              <a:ext uri="{FF2B5EF4-FFF2-40B4-BE49-F238E27FC236}">
                <a16:creationId xmlns:a16="http://schemas.microsoft.com/office/drawing/2014/main" id="{3F525D5D-A786-4FE8-9253-7C49CCC00357}"/>
              </a:ext>
            </a:extLst>
          </p:cNvPr>
          <p:cNvSpPr>
            <a:spLocks noGrp="1"/>
          </p:cNvSpPr>
          <p:nvPr/>
        </p:nvSpPr>
        <p:spPr>
          <a:xfrm>
            <a:off x="4676775" y="4800600"/>
            <a:ext cx="1162050" cy="419100"/>
          </a:xfrm>
          <a:prstGeom prst="rect">
            <a:avLst/>
          </a:prstGeom>
          <a:noFill/>
        </p:spPr>
        <p:txBody>
          <a:bodyPr wrap="square" lIns="0" tIns="0" rIns="0" bIns="0" anchor="ctr">
            <a:noAutofit/>
          </a:bodyPr>
          <a:lstStyle/>
          <a:p>
            <a:pPr marL="0" indent="0" algn="ctr">
              <a:lnSpc>
                <a:spcPct val="115000"/>
              </a:lnSpc>
              <a:buNone/>
              <a:defRPr sz="1200">
                <a:latin typeface="Noto Sans KR"/>
                <a:ea typeface="Noto Sans KR"/>
                <a:cs typeface="Noto Sans KR"/>
              </a:defRPr>
            </a:pPr>
            <a:r>
              <a:rPr sz="1100" b="1" dirty="0" err="1">
                <a:solidFill>
                  <a:srgbClr val="2C7E82"/>
                </a:solidFill>
                <a:latin typeface="Noto Sans KR"/>
                <a:ea typeface="Noto Sans KR"/>
                <a:cs typeface="Noto Sans KR"/>
              </a:rPr>
              <a:t>비용</a:t>
            </a:r>
            <a:r>
              <a:rPr sz="1100" b="1" dirty="0">
                <a:solidFill>
                  <a:srgbClr val="2C7E82"/>
                </a:solidFill>
                <a:latin typeface="Noto Sans KR"/>
                <a:ea typeface="Noto Sans KR"/>
                <a:cs typeface="Noto Sans KR"/>
              </a:rPr>
              <a:t> </a:t>
            </a:r>
            <a:r>
              <a:rPr sz="1100" b="1" dirty="0" err="1">
                <a:solidFill>
                  <a:srgbClr val="2C7E82"/>
                </a:solidFill>
                <a:latin typeface="Noto Sans KR"/>
                <a:ea typeface="Noto Sans KR"/>
                <a:cs typeface="Noto Sans KR"/>
              </a:rPr>
              <a:t>추정</a:t>
            </a:r>
            <a:endParaRPr sz="1050" dirty="0"/>
          </a:p>
        </p:txBody>
      </p:sp>
      <p:sp>
        <p:nvSpPr>
          <p:cNvPr id="17" name="Text 13">
            <a:extLst>
              <a:ext uri="{FF2B5EF4-FFF2-40B4-BE49-F238E27FC236}">
                <a16:creationId xmlns:a16="http://schemas.microsoft.com/office/drawing/2014/main" id="{CB61A9B7-2E26-4672-BEA1-346861CBBBA5}"/>
              </a:ext>
            </a:extLst>
          </p:cNvPr>
          <p:cNvSpPr>
            <a:spLocks noGrp="1"/>
          </p:cNvSpPr>
          <p:nvPr/>
        </p:nvSpPr>
        <p:spPr>
          <a:xfrm>
            <a:off x="640080" y="6309360"/>
            <a:ext cx="5943600" cy="274320"/>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950" b="1" spc="200">
                <a:solidFill>
                  <a:srgbClr val="5B6A6C"/>
                </a:solidFill>
                <a:latin typeface="Noto Sans KR"/>
                <a:ea typeface="Noto Sans KR"/>
                <a:cs typeface="Noto Sans KR"/>
              </a:rPr>
              <a:t>PRODUCT INTRODUCTION</a:t>
            </a:r>
            <a:endParaRPr sz="950"/>
          </a:p>
        </p:txBody>
      </p:sp>
      <p:sp>
        <p:nvSpPr>
          <p:cNvPr id="18" name="Text 14">
            <a:extLst>
              <a:ext uri="{FF2B5EF4-FFF2-40B4-BE49-F238E27FC236}">
                <a16:creationId xmlns:a16="http://schemas.microsoft.com/office/drawing/2014/main" id="{8FB1559C-46D1-4D6D-A1C0-E4EDDC71CA1B}"/>
              </a:ext>
            </a:extLst>
          </p:cNvPr>
          <p:cNvSpPr>
            <a:spLocks noGrp="1"/>
          </p:cNvSpPr>
          <p:nvPr/>
        </p:nvSpPr>
        <p:spPr>
          <a:xfrm>
            <a:off x="640080" y="6309360"/>
            <a:ext cx="6309360" cy="274320"/>
          </a:xfrm>
          <a:prstGeom prst="rect">
            <a:avLst/>
          </a:prstGeom>
          <a:noFill/>
        </p:spPr>
        <p:txBody>
          <a:bodyPr wrap="square" lIns="0" tIns="0" rIns="0" bIns="0" anchor="ctr">
            <a:noAutofit/>
          </a:bodyPr>
          <a:lstStyle/>
          <a:p>
            <a:pPr marL="0" indent="0" algn="r">
              <a:lnSpc>
                <a:spcPct val="115000"/>
              </a:lnSpc>
              <a:buNone/>
              <a:defRPr>
                <a:latin typeface="Noto Sans KR"/>
                <a:ea typeface="Noto Sans KR"/>
                <a:cs typeface="Noto Sans KR"/>
              </a:defRPr>
            </a:pPr>
            <a:r>
              <a:rPr sz="950" b="1" spc="200">
                <a:solidFill>
                  <a:srgbClr val="3B9DA1"/>
                </a:solidFill>
                <a:latin typeface="Noto Sans KR"/>
                <a:ea typeface="Noto Sans KR"/>
                <a:cs typeface="Noto Sans KR"/>
              </a:rPr>
              <a:t>2026</a:t>
            </a:r>
            <a:endParaRPr sz="950"/>
          </a:p>
        </p:txBody>
      </p:sp>
    </p:spTree>
    <p:extLst>
      <p:ext uri="{BB962C8B-B14F-4D97-AF65-F5344CB8AC3E}">
        <p14:creationId xmlns:p14="http://schemas.microsoft.com/office/powerpoint/2010/main" val="16488124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4F1D9D2-4323-4FC6-B900-ED2FD868EA8D}"/>
              </a:ext>
            </a:extLst>
          </p:cNvPr>
          <p:cNvSpPr>
            <a:spLocks noGrp="1"/>
          </p:cNvSpPr>
          <p:nvPr/>
        </p:nvSpPr>
        <p:spPr>
          <a:xfrm>
            <a:off x="640080" y="475488"/>
            <a:ext cx="8138160" cy="274320"/>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1100" b="1" spc="300">
                <a:solidFill>
                  <a:srgbClr val="3B9DA1"/>
                </a:solidFill>
                <a:latin typeface="Noto Sans KR"/>
                <a:ea typeface="Noto Sans KR"/>
                <a:cs typeface="Noto Sans KR"/>
              </a:rPr>
              <a:t>CUSTOMER QUESTION · 보고를 준비할 때</a:t>
            </a:r>
            <a:endParaRPr sz="1100"/>
          </a:p>
        </p:txBody>
      </p:sp>
      <p:sp>
        <p:nvSpPr>
          <p:cNvPr id="3" name="Text 1">
            <a:extLst>
              <a:ext uri="{FF2B5EF4-FFF2-40B4-BE49-F238E27FC236}">
                <a16:creationId xmlns:a16="http://schemas.microsoft.com/office/drawing/2014/main" id="{99B6F7DD-9CEF-4822-BEC9-DCDA8FD98055}"/>
              </a:ext>
            </a:extLst>
          </p:cNvPr>
          <p:cNvSpPr>
            <a:spLocks noGrp="1"/>
          </p:cNvSpPr>
          <p:nvPr/>
        </p:nvSpPr>
        <p:spPr>
          <a:xfrm>
            <a:off x="640080" y="749808"/>
            <a:ext cx="10515600" cy="685800"/>
          </a:xfrm>
          <a:prstGeom prst="rect">
            <a:avLst/>
          </a:prstGeom>
          <a:noFill/>
        </p:spPr>
        <p:txBody>
          <a:bodyPr wrap="square" lIns="0" tIns="0" rIns="0" bIns="0" anchor="t">
            <a:noAutofit/>
          </a:bodyPr>
          <a:lstStyle/>
          <a:p>
            <a:pPr marL="0" indent="0">
              <a:lnSpc>
                <a:spcPct val="115000"/>
              </a:lnSpc>
              <a:buNone/>
              <a:defRPr sz="2850" b="1">
                <a:solidFill>
                  <a:srgbClr val="172A2D"/>
                </a:solidFill>
                <a:latin typeface="Noto Sans KR"/>
                <a:ea typeface="Noto Sans KR"/>
                <a:cs typeface="Noto Sans KR"/>
              </a:defRPr>
            </a:pPr>
            <a:r>
              <a:rPr sz="2850" b="1">
                <a:solidFill>
                  <a:srgbClr val="172A2D"/>
                </a:solidFill>
                <a:latin typeface="Noto Sans KR"/>
                <a:ea typeface="Noto Sans KR"/>
                <a:cs typeface="Noto Sans KR"/>
              </a:rPr>
              <a:t>흩어진 자료를 맞추는 데 시간이 듭니다</a:t>
            </a:r>
            <a:endParaRPr sz="2700"/>
          </a:p>
        </p:txBody>
      </p:sp>
      <p:sp>
        <p:nvSpPr>
          <p:cNvPr id="4" name="Text 2">
            <a:extLst>
              <a:ext uri="{FF2B5EF4-FFF2-40B4-BE49-F238E27FC236}">
                <a16:creationId xmlns:a16="http://schemas.microsoft.com/office/drawing/2014/main" id="{E4F6D74A-2EE2-47D8-828F-F8A007FE1B3F}"/>
              </a:ext>
            </a:extLst>
          </p:cNvPr>
          <p:cNvSpPr>
            <a:spLocks noGrp="1"/>
          </p:cNvSpPr>
          <p:nvPr/>
        </p:nvSpPr>
        <p:spPr>
          <a:xfrm>
            <a:off x="640080" y="1572768"/>
            <a:ext cx="10424160" cy="365760"/>
          </a:xfrm>
          <a:prstGeom prst="rect">
            <a:avLst/>
          </a:prstGeom>
          <a:noFill/>
        </p:spPr>
        <p:txBody>
          <a:bodyPr wrap="square" lIns="0" tIns="0" rIns="0" bIns="0" anchor="ctr">
            <a:noAutofit/>
          </a:bodyPr>
          <a:lstStyle/>
          <a:p>
            <a:pPr marL="0" indent="0">
              <a:lnSpc>
                <a:spcPct val="115000"/>
              </a:lnSpc>
              <a:buNone/>
              <a:defRPr sz="1725">
                <a:latin typeface="Noto Sans KR"/>
                <a:ea typeface="Noto Sans KR"/>
                <a:cs typeface="Noto Sans KR"/>
              </a:defRPr>
            </a:pPr>
            <a:r>
              <a:rPr sz="1725">
                <a:solidFill>
                  <a:srgbClr val="5B6A6C"/>
                </a:solidFill>
                <a:latin typeface="Noto Sans KR"/>
                <a:ea typeface="Noto Sans KR"/>
                <a:cs typeface="Noto Sans KR"/>
              </a:rPr>
              <a:t>이슈·인력 배치·비용 자료가 나뉘어 있으면, 집계와 대조를 반복합니다.</a:t>
            </a:r>
            <a:endParaRPr sz="1200"/>
          </a:p>
        </p:txBody>
      </p:sp>
      <p:sp>
        <p:nvSpPr>
          <p:cNvPr id="5" name="Shape 3">
            <a:extLst>
              <a:ext uri="{FF2B5EF4-FFF2-40B4-BE49-F238E27FC236}">
                <a16:creationId xmlns:a16="http://schemas.microsoft.com/office/drawing/2014/main" id="{2A1D80F7-A9E7-41BB-848A-EB2AFA671562}"/>
              </a:ext>
            </a:extLst>
          </p:cNvPr>
          <p:cNvSpPr>
            <a:spLocks noGrp="1"/>
          </p:cNvSpPr>
          <p:nvPr/>
        </p:nvSpPr>
        <p:spPr>
          <a:xfrm>
            <a:off x="640080" y="2121408"/>
            <a:ext cx="2419274" cy="2286000"/>
          </a:xfrm>
          <a:prstGeom prst="roundRect">
            <a:avLst>
              <a:gd name="adj" fmla="val 3600"/>
            </a:avLst>
          </a:prstGeom>
          <a:solidFill>
            <a:srgbClr val="EBF6F7"/>
          </a:solidFill>
          <a:ln w="12700">
            <a:solidFill>
              <a:srgbClr val="DCE8E9"/>
            </a:solidFill>
            <a:prstDash val="solid"/>
          </a:ln>
        </p:spPr>
        <p:txBody>
          <a:bodyPr/>
          <a:lstStyle/>
          <a:p>
            <a:endParaRPr lang="ko-KR" altLang="en-US"/>
          </a:p>
        </p:txBody>
      </p:sp>
      <p:sp>
        <p:nvSpPr>
          <p:cNvPr id="6" name="Text 4">
            <a:extLst>
              <a:ext uri="{FF2B5EF4-FFF2-40B4-BE49-F238E27FC236}">
                <a16:creationId xmlns:a16="http://schemas.microsoft.com/office/drawing/2014/main" id="{873345F2-F3B6-42D2-AB3D-515BCCE407EE}"/>
              </a:ext>
            </a:extLst>
          </p:cNvPr>
          <p:cNvSpPr>
            <a:spLocks noGrp="1"/>
          </p:cNvSpPr>
          <p:nvPr/>
        </p:nvSpPr>
        <p:spPr>
          <a:xfrm>
            <a:off x="2400986" y="2249424"/>
            <a:ext cx="502920" cy="457200"/>
          </a:xfrm>
          <a:prstGeom prst="rect">
            <a:avLst/>
          </a:prstGeom>
          <a:noFill/>
        </p:spPr>
        <p:txBody>
          <a:bodyPr wrap="square" lIns="0" tIns="0" rIns="0" bIns="0" anchor="ctr"/>
          <a:lstStyle/>
          <a:p>
            <a:pPr marL="0" indent="0" algn="r">
              <a:lnSpc>
                <a:spcPct val="115000"/>
              </a:lnSpc>
              <a:buNone/>
            </a:pPr>
            <a:r>
              <a:rPr sz="2400" b="1">
                <a:solidFill>
                  <a:srgbClr val="D6EEF0"/>
                </a:solidFill>
                <a:latin typeface="Noto Sans KR"/>
                <a:ea typeface="Noto Sans KR"/>
                <a:cs typeface="Noto Sans KR"/>
              </a:rPr>
              <a:t>1</a:t>
            </a:r>
            <a:endParaRPr sz="2400"/>
          </a:p>
        </p:txBody>
      </p:sp>
      <p:sp>
        <p:nvSpPr>
          <p:cNvPr id="7" name="Shape 5">
            <a:extLst>
              <a:ext uri="{FF2B5EF4-FFF2-40B4-BE49-F238E27FC236}">
                <a16:creationId xmlns:a16="http://schemas.microsoft.com/office/drawing/2014/main" id="{F65F905A-1813-4B0B-A2E1-BDA216F8785F}"/>
              </a:ext>
            </a:extLst>
          </p:cNvPr>
          <p:cNvSpPr>
            <a:spLocks noGrp="1"/>
          </p:cNvSpPr>
          <p:nvPr/>
        </p:nvSpPr>
        <p:spPr>
          <a:xfrm>
            <a:off x="914400" y="2377440"/>
            <a:ext cx="603504" cy="603504"/>
          </a:xfrm>
          <a:prstGeom prst="ellipse">
            <a:avLst/>
          </a:prstGeom>
          <a:solidFill>
            <a:srgbClr val="D6EEF0"/>
          </a:solidFill>
        </p:spPr>
        <p:txBody>
          <a:bodyPr/>
          <a:lstStyle/>
          <a:p>
            <a:endParaRPr lang="ko-KR" altLang="en-US"/>
          </a:p>
        </p:txBody>
      </p:sp>
      <p:pic>
        <p:nvPicPr>
          <p:cNvPr id="56" name="Image 0"/>
          <p:cNvPicPr>
            <a:picLocks noChangeAspect="1"/>
          </p:cNvPicPr>
          <p:nvPr/>
        </p:nvPicPr>
        <p:blipFill>
          <a:blip r:embed="rId3"/>
          <a:stretch>
            <a:fillRect/>
          </a:stretch>
        </p:blipFill>
        <p:spPr>
          <a:xfrm>
            <a:off x="1077346" y="2540386"/>
            <a:ext cx="277612" cy="277612"/>
          </a:xfrm>
          <a:prstGeom prst="rect">
            <a:avLst/>
          </a:prstGeom>
        </p:spPr>
      </p:pic>
      <p:sp>
        <p:nvSpPr>
          <p:cNvPr id="9" name="Text 6">
            <a:extLst>
              <a:ext uri="{FF2B5EF4-FFF2-40B4-BE49-F238E27FC236}">
                <a16:creationId xmlns:a16="http://schemas.microsoft.com/office/drawing/2014/main" id="{1F3DE856-6BCE-4953-8126-84989F379BEA}"/>
              </a:ext>
            </a:extLst>
          </p:cNvPr>
          <p:cNvSpPr>
            <a:spLocks noGrp="1"/>
          </p:cNvSpPr>
          <p:nvPr/>
        </p:nvSpPr>
        <p:spPr>
          <a:xfrm>
            <a:off x="914400" y="3090672"/>
            <a:ext cx="1870634" cy="329184"/>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1500" b="1" dirty="0" err="1">
                <a:solidFill>
                  <a:srgbClr val="17282B"/>
                </a:solidFill>
                <a:latin typeface="Noto Sans KR"/>
                <a:ea typeface="Noto Sans KR"/>
                <a:cs typeface="Noto Sans KR"/>
              </a:rPr>
              <a:t>인력</a:t>
            </a:r>
            <a:r>
              <a:rPr sz="1500" b="1" dirty="0">
                <a:solidFill>
                  <a:srgbClr val="17282B"/>
                </a:solidFill>
                <a:latin typeface="Noto Sans KR"/>
                <a:ea typeface="Noto Sans KR"/>
                <a:cs typeface="Noto Sans KR"/>
              </a:rPr>
              <a:t> </a:t>
            </a:r>
            <a:r>
              <a:rPr sz="1500" b="1" dirty="0" err="1">
                <a:solidFill>
                  <a:srgbClr val="17282B"/>
                </a:solidFill>
                <a:latin typeface="Noto Sans KR"/>
                <a:ea typeface="Noto Sans KR"/>
                <a:cs typeface="Noto Sans KR"/>
              </a:rPr>
              <a:t>배치</a:t>
            </a:r>
            <a:endParaRPr sz="1500" dirty="0"/>
          </a:p>
        </p:txBody>
      </p:sp>
      <p:sp>
        <p:nvSpPr>
          <p:cNvPr id="10" name="Text 7">
            <a:extLst>
              <a:ext uri="{FF2B5EF4-FFF2-40B4-BE49-F238E27FC236}">
                <a16:creationId xmlns:a16="http://schemas.microsoft.com/office/drawing/2014/main" id="{C8393FD1-0579-49D3-BDDE-DAD2CA566FBC}"/>
              </a:ext>
            </a:extLst>
          </p:cNvPr>
          <p:cNvSpPr>
            <a:spLocks noGrp="1"/>
          </p:cNvSpPr>
          <p:nvPr/>
        </p:nvSpPr>
        <p:spPr>
          <a:xfrm>
            <a:off x="914400" y="3419856"/>
            <a:ext cx="1870634" cy="292608"/>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1100" b="1" dirty="0" err="1">
                <a:solidFill>
                  <a:srgbClr val="2C7E82"/>
                </a:solidFill>
                <a:latin typeface="Noto Sans KR"/>
                <a:ea typeface="Noto Sans KR"/>
                <a:cs typeface="Noto Sans KR"/>
              </a:rPr>
              <a:t>참여</a:t>
            </a:r>
            <a:r>
              <a:rPr sz="1100" b="1" dirty="0">
                <a:solidFill>
                  <a:srgbClr val="2C7E82"/>
                </a:solidFill>
                <a:latin typeface="Noto Sans KR"/>
                <a:ea typeface="Noto Sans KR"/>
                <a:cs typeface="Noto Sans KR"/>
              </a:rPr>
              <a:t> </a:t>
            </a:r>
            <a:r>
              <a:rPr sz="1100" b="1" dirty="0" err="1">
                <a:solidFill>
                  <a:srgbClr val="2C7E82"/>
                </a:solidFill>
                <a:latin typeface="Noto Sans KR"/>
                <a:ea typeface="Noto Sans KR"/>
                <a:cs typeface="Noto Sans KR"/>
              </a:rPr>
              <a:t>조건</a:t>
            </a:r>
            <a:r>
              <a:rPr sz="1100" b="1" dirty="0">
                <a:solidFill>
                  <a:srgbClr val="2C7E82"/>
                </a:solidFill>
                <a:latin typeface="Noto Sans KR"/>
                <a:ea typeface="Noto Sans KR"/>
                <a:cs typeface="Noto Sans KR"/>
              </a:rPr>
              <a:t> </a:t>
            </a:r>
            <a:r>
              <a:rPr sz="1100" b="1" dirty="0" err="1">
                <a:solidFill>
                  <a:srgbClr val="2C7E82"/>
                </a:solidFill>
                <a:latin typeface="Noto Sans KR"/>
                <a:ea typeface="Noto Sans KR"/>
                <a:cs typeface="Noto Sans KR"/>
              </a:rPr>
              <a:t>확인</a:t>
            </a:r>
            <a:endParaRPr sz="1100" dirty="0"/>
          </a:p>
        </p:txBody>
      </p:sp>
      <p:sp>
        <p:nvSpPr>
          <p:cNvPr id="11" name="Text 8">
            <a:extLst>
              <a:ext uri="{FF2B5EF4-FFF2-40B4-BE49-F238E27FC236}">
                <a16:creationId xmlns:a16="http://schemas.microsoft.com/office/drawing/2014/main" id="{155EB92B-2789-4FC5-A86E-122D20D42044}"/>
              </a:ext>
            </a:extLst>
          </p:cNvPr>
          <p:cNvSpPr>
            <a:spLocks noGrp="1"/>
          </p:cNvSpPr>
          <p:nvPr/>
        </p:nvSpPr>
        <p:spPr>
          <a:xfrm>
            <a:off x="914400" y="3730752"/>
            <a:ext cx="1916354" cy="640080"/>
          </a:xfrm>
          <a:prstGeom prst="rect">
            <a:avLst/>
          </a:prstGeom>
          <a:noFill/>
        </p:spPr>
        <p:txBody>
          <a:bodyPr wrap="square" lIns="0" tIns="0" rIns="0" bIns="0" anchor="t">
            <a:noAutofit/>
          </a:bodyPr>
          <a:lstStyle/>
          <a:p>
            <a:pPr marL="0" indent="0">
              <a:lnSpc>
                <a:spcPct val="115000"/>
              </a:lnSpc>
              <a:buNone/>
              <a:defRPr sz="1725">
                <a:latin typeface="Noto Sans KR"/>
                <a:ea typeface="Noto Sans KR"/>
                <a:cs typeface="Noto Sans KR"/>
              </a:defRPr>
            </a:pPr>
            <a:r>
              <a:rPr sz="1600" dirty="0" err="1">
                <a:solidFill>
                  <a:srgbClr val="5B6A6C"/>
                </a:solidFill>
                <a:latin typeface="Noto Sans KR"/>
                <a:ea typeface="Noto Sans KR"/>
                <a:cs typeface="Noto Sans KR"/>
              </a:rPr>
              <a:t>누가</a:t>
            </a:r>
            <a:r>
              <a:rPr sz="1600" dirty="0">
                <a:solidFill>
                  <a:srgbClr val="5B6A6C"/>
                </a:solidFill>
                <a:latin typeface="Noto Sans KR"/>
                <a:ea typeface="Noto Sans KR"/>
                <a:cs typeface="Noto Sans KR"/>
              </a:rPr>
              <a:t> </a:t>
            </a:r>
            <a:r>
              <a:rPr sz="1600" dirty="0" err="1">
                <a:solidFill>
                  <a:srgbClr val="5B6A6C"/>
                </a:solidFill>
                <a:latin typeface="Noto Sans KR"/>
                <a:ea typeface="Noto Sans KR"/>
                <a:cs typeface="Noto Sans KR"/>
              </a:rPr>
              <a:t>언제</a:t>
            </a:r>
            <a:r>
              <a:rPr sz="1600" dirty="0">
                <a:solidFill>
                  <a:srgbClr val="5B6A6C"/>
                </a:solidFill>
                <a:latin typeface="Noto Sans KR"/>
                <a:ea typeface="Noto Sans KR"/>
                <a:cs typeface="Noto Sans KR"/>
              </a:rPr>
              <a:t> </a:t>
            </a:r>
            <a:r>
              <a:rPr sz="1600" dirty="0" err="1">
                <a:solidFill>
                  <a:srgbClr val="5B6A6C"/>
                </a:solidFill>
                <a:latin typeface="Noto Sans KR"/>
                <a:ea typeface="Noto Sans KR"/>
                <a:cs typeface="Noto Sans KR"/>
              </a:rPr>
              <a:t>참여하고</a:t>
            </a:r>
            <a:endParaRPr sz="1600" dirty="0"/>
          </a:p>
          <a:p>
            <a:pPr marL="0" indent="0">
              <a:lnSpc>
                <a:spcPct val="115000"/>
              </a:lnSpc>
              <a:buNone/>
              <a:defRPr sz="1725">
                <a:latin typeface="Noto Sans KR"/>
                <a:ea typeface="Noto Sans KR"/>
                <a:cs typeface="Noto Sans KR"/>
              </a:defRPr>
            </a:pPr>
            <a:r>
              <a:rPr sz="1600" dirty="0" err="1">
                <a:solidFill>
                  <a:srgbClr val="5B6A6C"/>
                </a:solidFill>
                <a:latin typeface="Noto Sans KR"/>
                <a:ea typeface="Noto Sans KR"/>
                <a:cs typeface="Noto Sans KR"/>
              </a:rPr>
              <a:t>얼마나</a:t>
            </a:r>
            <a:r>
              <a:rPr sz="1600" dirty="0">
                <a:solidFill>
                  <a:srgbClr val="5B6A6C"/>
                </a:solidFill>
                <a:latin typeface="Noto Sans KR"/>
                <a:ea typeface="Noto Sans KR"/>
                <a:cs typeface="Noto Sans KR"/>
              </a:rPr>
              <a:t> </a:t>
            </a:r>
            <a:r>
              <a:rPr sz="1600" dirty="0" err="1">
                <a:solidFill>
                  <a:srgbClr val="5B6A6C"/>
                </a:solidFill>
                <a:latin typeface="Noto Sans KR"/>
                <a:ea typeface="Noto Sans KR"/>
                <a:cs typeface="Noto Sans KR"/>
              </a:rPr>
              <a:t>일할</a:t>
            </a:r>
            <a:r>
              <a:rPr sz="1600" dirty="0">
                <a:solidFill>
                  <a:srgbClr val="5B6A6C"/>
                </a:solidFill>
                <a:latin typeface="Noto Sans KR"/>
                <a:ea typeface="Noto Sans KR"/>
                <a:cs typeface="Noto Sans KR"/>
              </a:rPr>
              <a:t> 수 </a:t>
            </a:r>
            <a:r>
              <a:rPr sz="1600" dirty="0" err="1">
                <a:solidFill>
                  <a:srgbClr val="5B6A6C"/>
                </a:solidFill>
                <a:latin typeface="Noto Sans KR"/>
                <a:ea typeface="Noto Sans KR"/>
                <a:cs typeface="Noto Sans KR"/>
              </a:rPr>
              <a:t>있나</a:t>
            </a:r>
            <a:endParaRPr sz="1600" dirty="0"/>
          </a:p>
        </p:txBody>
      </p:sp>
      <p:sp>
        <p:nvSpPr>
          <p:cNvPr id="12" name="Shape 9">
            <a:extLst>
              <a:ext uri="{FF2B5EF4-FFF2-40B4-BE49-F238E27FC236}">
                <a16:creationId xmlns:a16="http://schemas.microsoft.com/office/drawing/2014/main" id="{F6805D08-35FD-4A8C-9237-15EA8CB8BF72}"/>
              </a:ext>
            </a:extLst>
          </p:cNvPr>
          <p:cNvSpPr>
            <a:spLocks noGrp="1"/>
          </p:cNvSpPr>
          <p:nvPr/>
        </p:nvSpPr>
        <p:spPr>
          <a:xfrm>
            <a:off x="3470834" y="2121408"/>
            <a:ext cx="2419274" cy="2286000"/>
          </a:xfrm>
          <a:prstGeom prst="roundRect">
            <a:avLst>
              <a:gd name="adj" fmla="val 3600"/>
            </a:avLst>
          </a:prstGeom>
          <a:solidFill>
            <a:srgbClr val="EBF6F7"/>
          </a:solidFill>
          <a:ln w="12700">
            <a:solidFill>
              <a:srgbClr val="DCE8E9"/>
            </a:solidFill>
            <a:prstDash val="solid"/>
          </a:ln>
        </p:spPr>
        <p:txBody>
          <a:bodyPr/>
          <a:lstStyle/>
          <a:p>
            <a:endParaRPr lang="ko-KR" altLang="en-US"/>
          </a:p>
        </p:txBody>
      </p:sp>
      <p:sp>
        <p:nvSpPr>
          <p:cNvPr id="13" name="Text 10">
            <a:extLst>
              <a:ext uri="{FF2B5EF4-FFF2-40B4-BE49-F238E27FC236}">
                <a16:creationId xmlns:a16="http://schemas.microsoft.com/office/drawing/2014/main" id="{3E409C99-FEBA-41B4-9DD8-A18FA8400968}"/>
              </a:ext>
            </a:extLst>
          </p:cNvPr>
          <p:cNvSpPr>
            <a:spLocks noGrp="1"/>
          </p:cNvSpPr>
          <p:nvPr/>
        </p:nvSpPr>
        <p:spPr>
          <a:xfrm>
            <a:off x="5231740" y="2249424"/>
            <a:ext cx="502920" cy="457200"/>
          </a:xfrm>
          <a:prstGeom prst="rect">
            <a:avLst/>
          </a:prstGeom>
          <a:noFill/>
        </p:spPr>
        <p:txBody>
          <a:bodyPr wrap="square" lIns="0" tIns="0" rIns="0" bIns="0" anchor="ctr"/>
          <a:lstStyle/>
          <a:p>
            <a:pPr marL="0" indent="0" algn="r">
              <a:lnSpc>
                <a:spcPct val="115000"/>
              </a:lnSpc>
              <a:buNone/>
            </a:pPr>
            <a:r>
              <a:rPr sz="2400" b="1">
                <a:solidFill>
                  <a:srgbClr val="D6EEF0"/>
                </a:solidFill>
                <a:latin typeface="Noto Sans KR"/>
                <a:ea typeface="Noto Sans KR"/>
                <a:cs typeface="Noto Sans KR"/>
              </a:rPr>
              <a:t>2</a:t>
            </a:r>
            <a:endParaRPr sz="2400"/>
          </a:p>
        </p:txBody>
      </p:sp>
      <p:sp>
        <p:nvSpPr>
          <p:cNvPr id="14" name="Shape 11">
            <a:extLst>
              <a:ext uri="{FF2B5EF4-FFF2-40B4-BE49-F238E27FC236}">
                <a16:creationId xmlns:a16="http://schemas.microsoft.com/office/drawing/2014/main" id="{C4A2B276-CC01-4359-A470-A86675531573}"/>
              </a:ext>
            </a:extLst>
          </p:cNvPr>
          <p:cNvSpPr>
            <a:spLocks noGrp="1"/>
          </p:cNvSpPr>
          <p:nvPr/>
        </p:nvSpPr>
        <p:spPr>
          <a:xfrm>
            <a:off x="3745154" y="2377440"/>
            <a:ext cx="603504" cy="603504"/>
          </a:xfrm>
          <a:prstGeom prst="ellipse">
            <a:avLst/>
          </a:prstGeom>
          <a:solidFill>
            <a:srgbClr val="D6EEF0"/>
          </a:solidFill>
        </p:spPr>
        <p:txBody>
          <a:bodyPr/>
          <a:lstStyle/>
          <a:p>
            <a:endParaRPr lang="ko-KR" altLang="en-US"/>
          </a:p>
        </p:txBody>
      </p:sp>
      <p:pic>
        <p:nvPicPr>
          <p:cNvPr id="63" name="Image 1"/>
          <p:cNvPicPr>
            <a:picLocks noChangeAspect="1"/>
          </p:cNvPicPr>
          <p:nvPr/>
        </p:nvPicPr>
        <p:blipFill>
          <a:blip r:embed="rId4"/>
          <a:stretch>
            <a:fillRect/>
          </a:stretch>
        </p:blipFill>
        <p:spPr>
          <a:xfrm>
            <a:off x="3908100" y="2540386"/>
            <a:ext cx="277612" cy="277612"/>
          </a:xfrm>
          <a:prstGeom prst="rect">
            <a:avLst/>
          </a:prstGeom>
        </p:spPr>
      </p:pic>
      <p:sp>
        <p:nvSpPr>
          <p:cNvPr id="16" name="Text 12">
            <a:extLst>
              <a:ext uri="{FF2B5EF4-FFF2-40B4-BE49-F238E27FC236}">
                <a16:creationId xmlns:a16="http://schemas.microsoft.com/office/drawing/2014/main" id="{CDC5BD03-21AB-44FB-ABC2-75F8E07A2F4F}"/>
              </a:ext>
            </a:extLst>
          </p:cNvPr>
          <p:cNvSpPr>
            <a:spLocks noGrp="1"/>
          </p:cNvSpPr>
          <p:nvPr/>
        </p:nvSpPr>
        <p:spPr>
          <a:xfrm>
            <a:off x="3745154" y="3090672"/>
            <a:ext cx="1870634" cy="329184"/>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1500" b="1">
                <a:solidFill>
                  <a:srgbClr val="17282B"/>
                </a:solidFill>
                <a:latin typeface="Noto Sans KR"/>
                <a:ea typeface="Noto Sans KR"/>
                <a:cs typeface="Noto Sans KR"/>
              </a:rPr>
              <a:t>공수</a:t>
            </a:r>
            <a:endParaRPr sz="1500"/>
          </a:p>
        </p:txBody>
      </p:sp>
      <p:sp>
        <p:nvSpPr>
          <p:cNvPr id="17" name="Text 13">
            <a:extLst>
              <a:ext uri="{FF2B5EF4-FFF2-40B4-BE49-F238E27FC236}">
                <a16:creationId xmlns:a16="http://schemas.microsoft.com/office/drawing/2014/main" id="{344CD665-F1AD-4041-A306-AED5968A5FFF}"/>
              </a:ext>
            </a:extLst>
          </p:cNvPr>
          <p:cNvSpPr>
            <a:spLocks noGrp="1"/>
          </p:cNvSpPr>
          <p:nvPr/>
        </p:nvSpPr>
        <p:spPr>
          <a:xfrm>
            <a:off x="3745154" y="3419856"/>
            <a:ext cx="1870634" cy="292608"/>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1100" b="1" dirty="0" err="1">
                <a:solidFill>
                  <a:srgbClr val="2C7E82"/>
                </a:solidFill>
                <a:latin typeface="Noto Sans KR"/>
                <a:ea typeface="Noto Sans KR"/>
                <a:cs typeface="Noto Sans KR"/>
              </a:rPr>
              <a:t>계획과</a:t>
            </a:r>
            <a:r>
              <a:rPr sz="1100" b="1" dirty="0">
                <a:solidFill>
                  <a:srgbClr val="2C7E82"/>
                </a:solidFill>
                <a:latin typeface="Noto Sans KR"/>
                <a:ea typeface="Noto Sans KR"/>
                <a:cs typeface="Noto Sans KR"/>
              </a:rPr>
              <a:t> </a:t>
            </a:r>
            <a:r>
              <a:rPr sz="1100" b="1" dirty="0" err="1">
                <a:solidFill>
                  <a:srgbClr val="2C7E82"/>
                </a:solidFill>
                <a:latin typeface="Noto Sans KR"/>
                <a:ea typeface="Noto Sans KR"/>
                <a:cs typeface="Noto Sans KR"/>
              </a:rPr>
              <a:t>기록</a:t>
            </a:r>
            <a:r>
              <a:rPr sz="1100" b="1" dirty="0">
                <a:solidFill>
                  <a:srgbClr val="2C7E82"/>
                </a:solidFill>
                <a:latin typeface="Noto Sans KR"/>
                <a:ea typeface="Noto Sans KR"/>
                <a:cs typeface="Noto Sans KR"/>
              </a:rPr>
              <a:t> </a:t>
            </a:r>
            <a:r>
              <a:rPr sz="1100" b="1" dirty="0" err="1">
                <a:solidFill>
                  <a:srgbClr val="2C7E82"/>
                </a:solidFill>
                <a:latin typeface="Noto Sans KR"/>
                <a:ea typeface="Noto Sans KR"/>
                <a:cs typeface="Noto Sans KR"/>
              </a:rPr>
              <a:t>대조</a:t>
            </a:r>
            <a:endParaRPr sz="1100" dirty="0"/>
          </a:p>
        </p:txBody>
      </p:sp>
      <p:sp>
        <p:nvSpPr>
          <p:cNvPr id="18" name="Text 14">
            <a:extLst>
              <a:ext uri="{FF2B5EF4-FFF2-40B4-BE49-F238E27FC236}">
                <a16:creationId xmlns:a16="http://schemas.microsoft.com/office/drawing/2014/main" id="{0612D3FE-C253-4BF4-AD33-6C283C504E25}"/>
              </a:ext>
            </a:extLst>
          </p:cNvPr>
          <p:cNvSpPr>
            <a:spLocks noGrp="1"/>
          </p:cNvSpPr>
          <p:nvPr/>
        </p:nvSpPr>
        <p:spPr>
          <a:xfrm>
            <a:off x="3745154" y="3730752"/>
            <a:ext cx="1916354" cy="640080"/>
          </a:xfrm>
          <a:prstGeom prst="rect">
            <a:avLst/>
          </a:prstGeom>
          <a:noFill/>
        </p:spPr>
        <p:txBody>
          <a:bodyPr wrap="square" lIns="0" tIns="0" rIns="0" bIns="0" anchor="t">
            <a:noAutofit/>
          </a:bodyPr>
          <a:lstStyle/>
          <a:p>
            <a:pPr marL="0" indent="0">
              <a:lnSpc>
                <a:spcPct val="115000"/>
              </a:lnSpc>
              <a:buNone/>
              <a:defRPr sz="1725">
                <a:latin typeface="Noto Sans KR"/>
                <a:ea typeface="Noto Sans KR"/>
                <a:cs typeface="Noto Sans KR"/>
              </a:defRPr>
            </a:pPr>
            <a:r>
              <a:rPr sz="1600" dirty="0" err="1">
                <a:solidFill>
                  <a:srgbClr val="5B6A6C"/>
                </a:solidFill>
                <a:latin typeface="Noto Sans KR"/>
                <a:ea typeface="Noto Sans KR"/>
                <a:cs typeface="Noto Sans KR"/>
              </a:rPr>
              <a:t>계획</a:t>
            </a:r>
            <a:r>
              <a:rPr sz="1600" dirty="0">
                <a:solidFill>
                  <a:srgbClr val="5B6A6C"/>
                </a:solidFill>
                <a:latin typeface="Noto Sans KR"/>
                <a:ea typeface="Noto Sans KR"/>
                <a:cs typeface="Noto Sans KR"/>
              </a:rPr>
              <a:t> </a:t>
            </a:r>
            <a:r>
              <a:rPr sz="1600" dirty="0" err="1">
                <a:solidFill>
                  <a:srgbClr val="5B6A6C"/>
                </a:solidFill>
                <a:latin typeface="Noto Sans KR"/>
                <a:ea typeface="Noto Sans KR"/>
                <a:cs typeface="Noto Sans KR"/>
              </a:rPr>
              <a:t>공수와</a:t>
            </a:r>
            <a:r>
              <a:rPr sz="1600" dirty="0">
                <a:solidFill>
                  <a:srgbClr val="5B6A6C"/>
                </a:solidFill>
                <a:latin typeface="Noto Sans KR"/>
                <a:ea typeface="Noto Sans KR"/>
                <a:cs typeface="Noto Sans KR"/>
              </a:rPr>
              <a:t> </a:t>
            </a:r>
            <a:r>
              <a:rPr sz="1600" dirty="0" err="1">
                <a:solidFill>
                  <a:srgbClr val="5B6A6C"/>
                </a:solidFill>
                <a:latin typeface="Noto Sans KR"/>
                <a:ea typeface="Noto Sans KR"/>
                <a:cs typeface="Noto Sans KR"/>
              </a:rPr>
              <a:t>기록을</a:t>
            </a:r>
            <a:endParaRPr sz="1600" dirty="0"/>
          </a:p>
          <a:p>
            <a:pPr marL="0" indent="0">
              <a:lnSpc>
                <a:spcPct val="115000"/>
              </a:lnSpc>
              <a:buNone/>
              <a:defRPr sz="1725">
                <a:latin typeface="Noto Sans KR"/>
                <a:ea typeface="Noto Sans KR"/>
                <a:cs typeface="Noto Sans KR"/>
              </a:defRPr>
            </a:pPr>
            <a:r>
              <a:rPr sz="1600" dirty="0" err="1">
                <a:solidFill>
                  <a:srgbClr val="5B6A6C"/>
                </a:solidFill>
                <a:latin typeface="Noto Sans KR"/>
                <a:ea typeface="Noto Sans KR"/>
                <a:cs typeface="Noto Sans KR"/>
              </a:rPr>
              <a:t>어떻게</a:t>
            </a:r>
            <a:r>
              <a:rPr sz="1600" dirty="0">
                <a:solidFill>
                  <a:srgbClr val="5B6A6C"/>
                </a:solidFill>
                <a:latin typeface="Noto Sans KR"/>
                <a:ea typeface="Noto Sans KR"/>
                <a:cs typeface="Noto Sans KR"/>
              </a:rPr>
              <a:t> </a:t>
            </a:r>
            <a:r>
              <a:rPr sz="1600" dirty="0" err="1">
                <a:solidFill>
                  <a:srgbClr val="5B6A6C"/>
                </a:solidFill>
                <a:latin typeface="Noto Sans KR"/>
                <a:ea typeface="Noto Sans KR"/>
                <a:cs typeface="Noto Sans KR"/>
              </a:rPr>
              <a:t>비교하나</a:t>
            </a:r>
            <a:endParaRPr sz="1600" dirty="0"/>
          </a:p>
        </p:txBody>
      </p:sp>
      <p:sp>
        <p:nvSpPr>
          <p:cNvPr id="19" name="Shape 15">
            <a:extLst>
              <a:ext uri="{FF2B5EF4-FFF2-40B4-BE49-F238E27FC236}">
                <a16:creationId xmlns:a16="http://schemas.microsoft.com/office/drawing/2014/main" id="{E4FCDB1B-3079-4CED-8D2D-B6AC8EEECB7A}"/>
              </a:ext>
            </a:extLst>
          </p:cNvPr>
          <p:cNvSpPr>
            <a:spLocks noGrp="1"/>
          </p:cNvSpPr>
          <p:nvPr/>
        </p:nvSpPr>
        <p:spPr>
          <a:xfrm>
            <a:off x="6301588" y="2121408"/>
            <a:ext cx="2419274" cy="2286000"/>
          </a:xfrm>
          <a:prstGeom prst="roundRect">
            <a:avLst>
              <a:gd name="adj" fmla="val 3600"/>
            </a:avLst>
          </a:prstGeom>
          <a:solidFill>
            <a:srgbClr val="EBF6F7"/>
          </a:solidFill>
          <a:ln w="12700">
            <a:solidFill>
              <a:srgbClr val="DCE8E9"/>
            </a:solidFill>
            <a:prstDash val="solid"/>
          </a:ln>
        </p:spPr>
        <p:txBody>
          <a:bodyPr/>
          <a:lstStyle/>
          <a:p>
            <a:endParaRPr lang="ko-KR" altLang="en-US"/>
          </a:p>
        </p:txBody>
      </p:sp>
      <p:sp>
        <p:nvSpPr>
          <p:cNvPr id="20" name="Text 16">
            <a:extLst>
              <a:ext uri="{FF2B5EF4-FFF2-40B4-BE49-F238E27FC236}">
                <a16:creationId xmlns:a16="http://schemas.microsoft.com/office/drawing/2014/main" id="{A080CB7A-55D6-408A-84C1-01FB852C3977}"/>
              </a:ext>
            </a:extLst>
          </p:cNvPr>
          <p:cNvSpPr>
            <a:spLocks noGrp="1"/>
          </p:cNvSpPr>
          <p:nvPr/>
        </p:nvSpPr>
        <p:spPr>
          <a:xfrm>
            <a:off x="8062493" y="2249424"/>
            <a:ext cx="502920" cy="457200"/>
          </a:xfrm>
          <a:prstGeom prst="rect">
            <a:avLst/>
          </a:prstGeom>
          <a:noFill/>
        </p:spPr>
        <p:txBody>
          <a:bodyPr wrap="square" lIns="0" tIns="0" rIns="0" bIns="0" anchor="ctr"/>
          <a:lstStyle/>
          <a:p>
            <a:pPr marL="0" indent="0" algn="r">
              <a:lnSpc>
                <a:spcPct val="115000"/>
              </a:lnSpc>
              <a:buNone/>
            </a:pPr>
            <a:r>
              <a:rPr sz="2400" b="1">
                <a:solidFill>
                  <a:srgbClr val="D6EEF0"/>
                </a:solidFill>
                <a:latin typeface="Noto Sans KR"/>
                <a:ea typeface="Noto Sans KR"/>
                <a:cs typeface="Noto Sans KR"/>
              </a:rPr>
              <a:t>3</a:t>
            </a:r>
            <a:endParaRPr sz="2400"/>
          </a:p>
        </p:txBody>
      </p:sp>
      <p:sp>
        <p:nvSpPr>
          <p:cNvPr id="21" name="Shape 17">
            <a:extLst>
              <a:ext uri="{FF2B5EF4-FFF2-40B4-BE49-F238E27FC236}">
                <a16:creationId xmlns:a16="http://schemas.microsoft.com/office/drawing/2014/main" id="{C3408613-D48F-4A03-B7B7-BE0416BF548F}"/>
              </a:ext>
            </a:extLst>
          </p:cNvPr>
          <p:cNvSpPr>
            <a:spLocks noGrp="1"/>
          </p:cNvSpPr>
          <p:nvPr/>
        </p:nvSpPr>
        <p:spPr>
          <a:xfrm>
            <a:off x="6575908" y="2377440"/>
            <a:ext cx="603504" cy="603504"/>
          </a:xfrm>
          <a:prstGeom prst="ellipse">
            <a:avLst/>
          </a:prstGeom>
          <a:solidFill>
            <a:srgbClr val="D6EEF0"/>
          </a:solidFill>
        </p:spPr>
        <p:txBody>
          <a:bodyPr/>
          <a:lstStyle/>
          <a:p>
            <a:endParaRPr lang="ko-KR" altLang="en-US"/>
          </a:p>
        </p:txBody>
      </p:sp>
      <p:pic>
        <p:nvPicPr>
          <p:cNvPr id="70" name="Image 2"/>
          <p:cNvPicPr>
            <a:picLocks noChangeAspect="1"/>
          </p:cNvPicPr>
          <p:nvPr/>
        </p:nvPicPr>
        <p:blipFill>
          <a:blip r:embed="rId5"/>
          <a:stretch>
            <a:fillRect/>
          </a:stretch>
        </p:blipFill>
        <p:spPr>
          <a:xfrm>
            <a:off x="6738854" y="2540386"/>
            <a:ext cx="277612" cy="277612"/>
          </a:xfrm>
          <a:prstGeom prst="rect">
            <a:avLst/>
          </a:prstGeom>
        </p:spPr>
      </p:pic>
      <p:sp>
        <p:nvSpPr>
          <p:cNvPr id="23" name="Text 18">
            <a:extLst>
              <a:ext uri="{FF2B5EF4-FFF2-40B4-BE49-F238E27FC236}">
                <a16:creationId xmlns:a16="http://schemas.microsoft.com/office/drawing/2014/main" id="{0A722F60-854D-4E57-83B3-36FD93995117}"/>
              </a:ext>
            </a:extLst>
          </p:cNvPr>
          <p:cNvSpPr>
            <a:spLocks noGrp="1"/>
          </p:cNvSpPr>
          <p:nvPr/>
        </p:nvSpPr>
        <p:spPr>
          <a:xfrm>
            <a:off x="6575908" y="3090672"/>
            <a:ext cx="1870634" cy="329184"/>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1500" b="1">
                <a:solidFill>
                  <a:srgbClr val="17282B"/>
                </a:solidFill>
                <a:latin typeface="Noto Sans KR"/>
                <a:ea typeface="Noto Sans KR"/>
                <a:cs typeface="Noto Sans KR"/>
              </a:rPr>
              <a:t>진척</a:t>
            </a:r>
            <a:endParaRPr sz="1500"/>
          </a:p>
        </p:txBody>
      </p:sp>
      <p:sp>
        <p:nvSpPr>
          <p:cNvPr id="24" name="Text 19">
            <a:extLst>
              <a:ext uri="{FF2B5EF4-FFF2-40B4-BE49-F238E27FC236}">
                <a16:creationId xmlns:a16="http://schemas.microsoft.com/office/drawing/2014/main" id="{4A571E06-B432-480C-9558-50FCD8F3465C}"/>
              </a:ext>
            </a:extLst>
          </p:cNvPr>
          <p:cNvSpPr>
            <a:spLocks noGrp="1"/>
          </p:cNvSpPr>
          <p:nvPr/>
        </p:nvSpPr>
        <p:spPr>
          <a:xfrm>
            <a:off x="6575908" y="3419856"/>
            <a:ext cx="1870634" cy="292608"/>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1100" b="1">
                <a:solidFill>
                  <a:srgbClr val="2C7E82"/>
                </a:solidFill>
                <a:latin typeface="Noto Sans KR"/>
                <a:ea typeface="Noto Sans KR"/>
                <a:cs typeface="Noto Sans KR"/>
              </a:rPr>
              <a:t>세 지표 구분</a:t>
            </a:r>
            <a:endParaRPr sz="1100"/>
          </a:p>
        </p:txBody>
      </p:sp>
      <p:sp>
        <p:nvSpPr>
          <p:cNvPr id="25" name="Text 20">
            <a:extLst>
              <a:ext uri="{FF2B5EF4-FFF2-40B4-BE49-F238E27FC236}">
                <a16:creationId xmlns:a16="http://schemas.microsoft.com/office/drawing/2014/main" id="{61315D63-58E4-43C3-9F75-38AC0AD1FB33}"/>
              </a:ext>
            </a:extLst>
          </p:cNvPr>
          <p:cNvSpPr>
            <a:spLocks noGrp="1"/>
          </p:cNvSpPr>
          <p:nvPr/>
        </p:nvSpPr>
        <p:spPr>
          <a:xfrm>
            <a:off x="6575908" y="3730752"/>
            <a:ext cx="1916354" cy="640080"/>
          </a:xfrm>
          <a:prstGeom prst="rect">
            <a:avLst/>
          </a:prstGeom>
          <a:noFill/>
        </p:spPr>
        <p:txBody>
          <a:bodyPr wrap="square" lIns="0" tIns="0" rIns="0" bIns="0" anchor="t">
            <a:noAutofit/>
          </a:bodyPr>
          <a:lstStyle/>
          <a:p>
            <a:pPr marL="0" indent="0">
              <a:lnSpc>
                <a:spcPct val="115000"/>
              </a:lnSpc>
              <a:buNone/>
              <a:defRPr sz="1725">
                <a:latin typeface="Noto Sans KR"/>
                <a:ea typeface="Noto Sans KR"/>
                <a:cs typeface="Noto Sans KR"/>
              </a:defRPr>
            </a:pPr>
            <a:r>
              <a:rPr sz="1600" dirty="0" err="1">
                <a:solidFill>
                  <a:srgbClr val="5B6A6C"/>
                </a:solidFill>
                <a:latin typeface="Noto Sans KR"/>
                <a:ea typeface="Noto Sans KR"/>
                <a:cs typeface="Noto Sans KR"/>
              </a:rPr>
              <a:t>시간·완성·공수의</a:t>
            </a:r>
            <a:endParaRPr sz="1600" dirty="0"/>
          </a:p>
          <a:p>
            <a:pPr marL="0" indent="0">
              <a:lnSpc>
                <a:spcPct val="115000"/>
              </a:lnSpc>
              <a:buNone/>
              <a:defRPr sz="1725">
                <a:latin typeface="Noto Sans KR"/>
                <a:ea typeface="Noto Sans KR"/>
                <a:cs typeface="Noto Sans KR"/>
              </a:defRPr>
            </a:pPr>
            <a:r>
              <a:rPr sz="1600" dirty="0" err="1">
                <a:solidFill>
                  <a:srgbClr val="5B6A6C"/>
                </a:solidFill>
                <a:latin typeface="Noto Sans KR"/>
                <a:ea typeface="Noto Sans KR"/>
                <a:cs typeface="Noto Sans KR"/>
              </a:rPr>
              <a:t>차이가</a:t>
            </a:r>
            <a:r>
              <a:rPr sz="1600" dirty="0">
                <a:solidFill>
                  <a:srgbClr val="5B6A6C"/>
                </a:solidFill>
                <a:latin typeface="Noto Sans KR"/>
                <a:ea typeface="Noto Sans KR"/>
                <a:cs typeface="Noto Sans KR"/>
              </a:rPr>
              <a:t> </a:t>
            </a:r>
            <a:r>
              <a:rPr sz="1600" dirty="0" err="1">
                <a:solidFill>
                  <a:srgbClr val="5B6A6C"/>
                </a:solidFill>
                <a:latin typeface="Noto Sans KR"/>
                <a:ea typeface="Noto Sans KR"/>
                <a:cs typeface="Noto Sans KR"/>
              </a:rPr>
              <a:t>얼마나</a:t>
            </a:r>
            <a:r>
              <a:rPr sz="1600" dirty="0">
                <a:solidFill>
                  <a:srgbClr val="5B6A6C"/>
                </a:solidFill>
                <a:latin typeface="Noto Sans KR"/>
                <a:ea typeface="Noto Sans KR"/>
                <a:cs typeface="Noto Sans KR"/>
              </a:rPr>
              <a:t> </a:t>
            </a:r>
            <a:r>
              <a:rPr sz="1600" dirty="0" err="1">
                <a:solidFill>
                  <a:srgbClr val="5B6A6C"/>
                </a:solidFill>
                <a:latin typeface="Noto Sans KR"/>
                <a:ea typeface="Noto Sans KR"/>
                <a:cs typeface="Noto Sans KR"/>
              </a:rPr>
              <a:t>되나</a:t>
            </a:r>
            <a:endParaRPr sz="1600" dirty="0"/>
          </a:p>
        </p:txBody>
      </p:sp>
      <p:sp>
        <p:nvSpPr>
          <p:cNvPr id="26" name="Shape 21">
            <a:extLst>
              <a:ext uri="{FF2B5EF4-FFF2-40B4-BE49-F238E27FC236}">
                <a16:creationId xmlns:a16="http://schemas.microsoft.com/office/drawing/2014/main" id="{61A4D413-446C-4F11-96DC-2C493CD114CE}"/>
              </a:ext>
            </a:extLst>
          </p:cNvPr>
          <p:cNvSpPr>
            <a:spLocks noGrp="1"/>
          </p:cNvSpPr>
          <p:nvPr/>
        </p:nvSpPr>
        <p:spPr>
          <a:xfrm>
            <a:off x="9132341" y="2121408"/>
            <a:ext cx="2419274" cy="2286000"/>
          </a:xfrm>
          <a:prstGeom prst="roundRect">
            <a:avLst>
              <a:gd name="adj" fmla="val 3600"/>
            </a:avLst>
          </a:prstGeom>
          <a:solidFill>
            <a:srgbClr val="EBF6F7"/>
          </a:solidFill>
          <a:ln w="12700">
            <a:solidFill>
              <a:srgbClr val="DCE8E9"/>
            </a:solidFill>
            <a:prstDash val="solid"/>
          </a:ln>
        </p:spPr>
        <p:txBody>
          <a:bodyPr/>
          <a:lstStyle/>
          <a:p>
            <a:endParaRPr lang="ko-KR" altLang="en-US"/>
          </a:p>
        </p:txBody>
      </p:sp>
      <p:sp>
        <p:nvSpPr>
          <p:cNvPr id="27" name="Text 22">
            <a:extLst>
              <a:ext uri="{FF2B5EF4-FFF2-40B4-BE49-F238E27FC236}">
                <a16:creationId xmlns:a16="http://schemas.microsoft.com/office/drawing/2014/main" id="{9E29153A-6F48-499B-BACD-F76231BFD477}"/>
              </a:ext>
            </a:extLst>
          </p:cNvPr>
          <p:cNvSpPr>
            <a:spLocks noGrp="1"/>
          </p:cNvSpPr>
          <p:nvPr/>
        </p:nvSpPr>
        <p:spPr>
          <a:xfrm>
            <a:off x="10893247" y="2249424"/>
            <a:ext cx="502920" cy="457200"/>
          </a:xfrm>
          <a:prstGeom prst="rect">
            <a:avLst/>
          </a:prstGeom>
          <a:noFill/>
        </p:spPr>
        <p:txBody>
          <a:bodyPr wrap="square" lIns="0" tIns="0" rIns="0" bIns="0" anchor="ctr"/>
          <a:lstStyle/>
          <a:p>
            <a:pPr marL="0" indent="0" algn="r">
              <a:lnSpc>
                <a:spcPct val="115000"/>
              </a:lnSpc>
              <a:buNone/>
            </a:pPr>
            <a:r>
              <a:rPr sz="2400" b="1">
                <a:solidFill>
                  <a:srgbClr val="D6EEF0"/>
                </a:solidFill>
                <a:latin typeface="Noto Sans KR"/>
                <a:ea typeface="Noto Sans KR"/>
                <a:cs typeface="Noto Sans KR"/>
              </a:rPr>
              <a:t>4</a:t>
            </a:r>
            <a:endParaRPr sz="2400"/>
          </a:p>
        </p:txBody>
      </p:sp>
      <p:sp>
        <p:nvSpPr>
          <p:cNvPr id="28" name="Shape 23">
            <a:extLst>
              <a:ext uri="{FF2B5EF4-FFF2-40B4-BE49-F238E27FC236}">
                <a16:creationId xmlns:a16="http://schemas.microsoft.com/office/drawing/2014/main" id="{FECF63EB-7C08-4663-98B0-0B0EF5C532FF}"/>
              </a:ext>
            </a:extLst>
          </p:cNvPr>
          <p:cNvSpPr>
            <a:spLocks noGrp="1"/>
          </p:cNvSpPr>
          <p:nvPr/>
        </p:nvSpPr>
        <p:spPr>
          <a:xfrm>
            <a:off x="9406661" y="2377440"/>
            <a:ext cx="603504" cy="603504"/>
          </a:xfrm>
          <a:prstGeom prst="ellipse">
            <a:avLst/>
          </a:prstGeom>
          <a:solidFill>
            <a:srgbClr val="D6EEF0"/>
          </a:solidFill>
        </p:spPr>
        <p:txBody>
          <a:bodyPr/>
          <a:lstStyle/>
          <a:p>
            <a:endParaRPr lang="ko-KR" altLang="en-US"/>
          </a:p>
        </p:txBody>
      </p:sp>
      <p:pic>
        <p:nvPicPr>
          <p:cNvPr id="77" name="Image 3"/>
          <p:cNvPicPr>
            <a:picLocks noChangeAspect="1"/>
          </p:cNvPicPr>
          <p:nvPr/>
        </p:nvPicPr>
        <p:blipFill>
          <a:blip r:embed="rId6"/>
          <a:stretch>
            <a:fillRect/>
          </a:stretch>
        </p:blipFill>
        <p:spPr>
          <a:xfrm>
            <a:off x="9569607" y="2540386"/>
            <a:ext cx="277612" cy="277612"/>
          </a:xfrm>
          <a:prstGeom prst="rect">
            <a:avLst/>
          </a:prstGeom>
        </p:spPr>
      </p:pic>
      <p:sp>
        <p:nvSpPr>
          <p:cNvPr id="30" name="Text 24">
            <a:extLst>
              <a:ext uri="{FF2B5EF4-FFF2-40B4-BE49-F238E27FC236}">
                <a16:creationId xmlns:a16="http://schemas.microsoft.com/office/drawing/2014/main" id="{F91DDFE1-AF27-4D16-B092-0E967340BE71}"/>
              </a:ext>
            </a:extLst>
          </p:cNvPr>
          <p:cNvSpPr>
            <a:spLocks noGrp="1"/>
          </p:cNvSpPr>
          <p:nvPr/>
        </p:nvSpPr>
        <p:spPr>
          <a:xfrm>
            <a:off x="9406661" y="3090672"/>
            <a:ext cx="1870634" cy="329184"/>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1500" b="1">
                <a:solidFill>
                  <a:srgbClr val="17282B"/>
                </a:solidFill>
                <a:latin typeface="Noto Sans KR"/>
                <a:ea typeface="Noto Sans KR"/>
                <a:cs typeface="Noto Sans KR"/>
              </a:rPr>
              <a:t>비용</a:t>
            </a:r>
            <a:endParaRPr sz="1500"/>
          </a:p>
        </p:txBody>
      </p:sp>
      <p:sp>
        <p:nvSpPr>
          <p:cNvPr id="31" name="Text 25">
            <a:extLst>
              <a:ext uri="{FF2B5EF4-FFF2-40B4-BE49-F238E27FC236}">
                <a16:creationId xmlns:a16="http://schemas.microsoft.com/office/drawing/2014/main" id="{B00E37C3-38D2-4142-83E3-5585C6D937F9}"/>
              </a:ext>
            </a:extLst>
          </p:cNvPr>
          <p:cNvSpPr>
            <a:spLocks noGrp="1"/>
          </p:cNvSpPr>
          <p:nvPr/>
        </p:nvSpPr>
        <p:spPr>
          <a:xfrm>
            <a:off x="9406661" y="3419856"/>
            <a:ext cx="1870634" cy="292608"/>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1100" b="1">
                <a:solidFill>
                  <a:srgbClr val="2C7E82"/>
                </a:solidFill>
                <a:latin typeface="Noto Sans KR"/>
                <a:ea typeface="Noto Sans KR"/>
                <a:cs typeface="Noto Sans KR"/>
              </a:rPr>
              <a:t>급여 정책 연결</a:t>
            </a:r>
            <a:endParaRPr sz="1100"/>
          </a:p>
        </p:txBody>
      </p:sp>
      <p:sp>
        <p:nvSpPr>
          <p:cNvPr id="32" name="Text 26">
            <a:extLst>
              <a:ext uri="{FF2B5EF4-FFF2-40B4-BE49-F238E27FC236}">
                <a16:creationId xmlns:a16="http://schemas.microsoft.com/office/drawing/2014/main" id="{FCEF1404-D89F-4BD8-9D01-66CE8BB58697}"/>
              </a:ext>
            </a:extLst>
          </p:cNvPr>
          <p:cNvSpPr>
            <a:spLocks noGrp="1"/>
          </p:cNvSpPr>
          <p:nvPr/>
        </p:nvSpPr>
        <p:spPr>
          <a:xfrm>
            <a:off x="9406661" y="3730752"/>
            <a:ext cx="1916354" cy="640080"/>
          </a:xfrm>
          <a:prstGeom prst="rect">
            <a:avLst/>
          </a:prstGeom>
          <a:noFill/>
        </p:spPr>
        <p:txBody>
          <a:bodyPr wrap="square" lIns="0" tIns="0" rIns="0" bIns="0" anchor="t">
            <a:noAutofit/>
          </a:bodyPr>
          <a:lstStyle/>
          <a:p>
            <a:pPr marL="0" indent="0">
              <a:lnSpc>
                <a:spcPct val="115000"/>
              </a:lnSpc>
              <a:buNone/>
              <a:defRPr sz="1725">
                <a:latin typeface="Noto Sans KR"/>
                <a:ea typeface="Noto Sans KR"/>
                <a:cs typeface="Noto Sans KR"/>
              </a:defRPr>
            </a:pPr>
            <a:r>
              <a:rPr sz="1600" dirty="0" err="1">
                <a:solidFill>
                  <a:srgbClr val="5B6A6C"/>
                </a:solidFill>
                <a:latin typeface="Noto Sans KR"/>
                <a:ea typeface="Noto Sans KR"/>
                <a:cs typeface="Noto Sans KR"/>
              </a:rPr>
              <a:t>계획</a:t>
            </a:r>
            <a:r>
              <a:rPr sz="1600" dirty="0">
                <a:solidFill>
                  <a:srgbClr val="5B6A6C"/>
                </a:solidFill>
                <a:latin typeface="Noto Sans KR"/>
                <a:ea typeface="Noto Sans KR"/>
                <a:cs typeface="Noto Sans KR"/>
              </a:rPr>
              <a:t> </a:t>
            </a:r>
            <a:r>
              <a:rPr sz="1600" dirty="0" err="1">
                <a:solidFill>
                  <a:srgbClr val="5B6A6C"/>
                </a:solidFill>
                <a:latin typeface="Noto Sans KR"/>
                <a:ea typeface="Noto Sans KR"/>
                <a:cs typeface="Noto Sans KR"/>
              </a:rPr>
              <a:t>인건비와</a:t>
            </a:r>
            <a:endParaRPr sz="1600" dirty="0"/>
          </a:p>
          <a:p>
            <a:pPr marL="0" indent="0">
              <a:lnSpc>
                <a:spcPct val="115000"/>
              </a:lnSpc>
              <a:buNone/>
              <a:defRPr sz="1725">
                <a:latin typeface="Noto Sans KR"/>
                <a:ea typeface="Noto Sans KR"/>
                <a:cs typeface="Noto Sans KR"/>
              </a:defRPr>
            </a:pPr>
            <a:r>
              <a:rPr sz="1600" dirty="0" err="1">
                <a:solidFill>
                  <a:srgbClr val="5B6A6C"/>
                </a:solidFill>
                <a:latin typeface="Noto Sans KR"/>
                <a:ea typeface="Noto Sans KR"/>
                <a:cs typeface="Noto Sans KR"/>
              </a:rPr>
              <a:t>소진</a:t>
            </a:r>
            <a:r>
              <a:rPr sz="1600" dirty="0">
                <a:solidFill>
                  <a:srgbClr val="5B6A6C"/>
                </a:solidFill>
                <a:latin typeface="Noto Sans KR"/>
                <a:ea typeface="Noto Sans KR"/>
                <a:cs typeface="Noto Sans KR"/>
              </a:rPr>
              <a:t> </a:t>
            </a:r>
            <a:r>
              <a:rPr sz="1600" dirty="0" err="1">
                <a:solidFill>
                  <a:srgbClr val="5B6A6C"/>
                </a:solidFill>
                <a:latin typeface="Noto Sans KR"/>
                <a:ea typeface="Noto Sans KR"/>
                <a:cs typeface="Noto Sans KR"/>
              </a:rPr>
              <a:t>추정</a:t>
            </a:r>
            <a:r>
              <a:rPr sz="1600" dirty="0">
                <a:solidFill>
                  <a:srgbClr val="5B6A6C"/>
                </a:solidFill>
                <a:latin typeface="Noto Sans KR"/>
                <a:ea typeface="Noto Sans KR"/>
                <a:cs typeface="Noto Sans KR"/>
              </a:rPr>
              <a:t> </a:t>
            </a:r>
            <a:r>
              <a:rPr sz="1600" dirty="0" err="1">
                <a:solidFill>
                  <a:srgbClr val="5B6A6C"/>
                </a:solidFill>
                <a:latin typeface="Noto Sans KR"/>
                <a:ea typeface="Noto Sans KR"/>
                <a:cs typeface="Noto Sans KR"/>
              </a:rPr>
              <a:t>확인</a:t>
            </a:r>
            <a:endParaRPr sz="1600" dirty="0"/>
          </a:p>
        </p:txBody>
      </p:sp>
      <p:sp>
        <p:nvSpPr>
          <p:cNvPr id="33" name="Shape 27">
            <a:extLst>
              <a:ext uri="{FF2B5EF4-FFF2-40B4-BE49-F238E27FC236}">
                <a16:creationId xmlns:a16="http://schemas.microsoft.com/office/drawing/2014/main" id="{B1C27073-8988-4F24-A0B1-93642347AA2D}"/>
              </a:ext>
            </a:extLst>
          </p:cNvPr>
          <p:cNvSpPr>
            <a:spLocks noGrp="1"/>
          </p:cNvSpPr>
          <p:nvPr/>
        </p:nvSpPr>
        <p:spPr>
          <a:xfrm>
            <a:off x="640080" y="4590288"/>
            <a:ext cx="10911535" cy="566928"/>
          </a:xfrm>
          <a:prstGeom prst="roundRect">
            <a:avLst>
              <a:gd name="adj" fmla="val 12903"/>
            </a:avLst>
          </a:prstGeom>
          <a:solidFill>
            <a:srgbClr val="D6EEF0"/>
          </a:solidFill>
        </p:spPr>
        <p:txBody>
          <a:bodyPr/>
          <a:lstStyle/>
          <a:p>
            <a:endParaRPr lang="ko-KR" altLang="en-US"/>
          </a:p>
        </p:txBody>
      </p:sp>
      <p:sp>
        <p:nvSpPr>
          <p:cNvPr id="34" name="Shape 28">
            <a:extLst>
              <a:ext uri="{FF2B5EF4-FFF2-40B4-BE49-F238E27FC236}">
                <a16:creationId xmlns:a16="http://schemas.microsoft.com/office/drawing/2014/main" id="{B817130A-4139-419D-90AC-43464C52025C}"/>
              </a:ext>
            </a:extLst>
          </p:cNvPr>
          <p:cNvSpPr>
            <a:spLocks noGrp="1"/>
          </p:cNvSpPr>
          <p:nvPr/>
        </p:nvSpPr>
        <p:spPr>
          <a:xfrm>
            <a:off x="896112" y="4700016"/>
            <a:ext cx="347472" cy="347472"/>
          </a:xfrm>
          <a:prstGeom prst="ellipse">
            <a:avLst/>
          </a:prstGeom>
          <a:solidFill>
            <a:srgbClr val="FFFFFF"/>
          </a:solidFill>
        </p:spPr>
        <p:txBody>
          <a:bodyPr/>
          <a:lstStyle/>
          <a:p>
            <a:endParaRPr lang="ko-KR" altLang="en-US"/>
          </a:p>
        </p:txBody>
      </p:sp>
      <p:pic>
        <p:nvPicPr>
          <p:cNvPr id="83" name="Image 4"/>
          <p:cNvPicPr>
            <a:picLocks noChangeAspect="1"/>
          </p:cNvPicPr>
          <p:nvPr/>
        </p:nvPicPr>
        <p:blipFill>
          <a:blip r:embed="rId7"/>
          <a:stretch>
            <a:fillRect/>
          </a:stretch>
        </p:blipFill>
        <p:spPr>
          <a:xfrm>
            <a:off x="989929" y="4793833"/>
            <a:ext cx="159837" cy="159837"/>
          </a:xfrm>
          <a:prstGeom prst="rect">
            <a:avLst/>
          </a:prstGeom>
        </p:spPr>
      </p:pic>
      <p:sp>
        <p:nvSpPr>
          <p:cNvPr id="36" name="Text 29">
            <a:extLst>
              <a:ext uri="{FF2B5EF4-FFF2-40B4-BE49-F238E27FC236}">
                <a16:creationId xmlns:a16="http://schemas.microsoft.com/office/drawing/2014/main" id="{BC454C75-655B-427C-9055-356E08A167B8}"/>
              </a:ext>
            </a:extLst>
          </p:cNvPr>
          <p:cNvSpPr>
            <a:spLocks noGrp="1"/>
          </p:cNvSpPr>
          <p:nvPr/>
        </p:nvSpPr>
        <p:spPr>
          <a:xfrm>
            <a:off x="1389888" y="4590288"/>
            <a:ext cx="9951415" cy="566928"/>
          </a:xfrm>
          <a:prstGeom prst="rect">
            <a:avLst/>
          </a:prstGeom>
          <a:noFill/>
        </p:spPr>
        <p:txBody>
          <a:bodyPr wrap="square" lIns="0" tIns="0" rIns="0" bIns="0" anchor="ctr">
            <a:noAutofit/>
          </a:bodyPr>
          <a:lstStyle/>
          <a:p>
            <a:pPr marL="0" indent="0">
              <a:lnSpc>
                <a:spcPct val="115000"/>
              </a:lnSpc>
              <a:buNone/>
              <a:defRPr sz="1650">
                <a:latin typeface="Noto Sans KR"/>
                <a:ea typeface="Noto Sans KR"/>
                <a:cs typeface="Noto Sans KR"/>
              </a:defRPr>
            </a:pPr>
            <a:r>
              <a:rPr sz="1650" b="1">
                <a:solidFill>
                  <a:srgbClr val="2C7E82"/>
                </a:solidFill>
                <a:latin typeface="Noto Sans KR"/>
                <a:ea typeface="Noto Sans KR"/>
                <a:cs typeface="Noto Sans KR"/>
              </a:rPr>
              <a:t>Jira의 이슈·시간 추적 정보를 인력 배치와 프로젝트 운영 판단으로 연결합니다.</a:t>
            </a:r>
            <a:endParaRPr sz="1100"/>
          </a:p>
        </p:txBody>
      </p:sp>
      <p:sp>
        <p:nvSpPr>
          <p:cNvPr id="37" name="Shape 30">
            <a:extLst>
              <a:ext uri="{FF2B5EF4-FFF2-40B4-BE49-F238E27FC236}">
                <a16:creationId xmlns:a16="http://schemas.microsoft.com/office/drawing/2014/main" id="{ECADCAC9-2752-4432-BA79-6534E93EC53D}"/>
              </a:ext>
            </a:extLst>
          </p:cNvPr>
          <p:cNvSpPr>
            <a:spLocks noGrp="1"/>
          </p:cNvSpPr>
          <p:nvPr/>
        </p:nvSpPr>
        <p:spPr>
          <a:xfrm>
            <a:off x="640080" y="5321808"/>
            <a:ext cx="10911535" cy="786384"/>
          </a:xfrm>
          <a:prstGeom prst="roundRect">
            <a:avLst>
              <a:gd name="adj" fmla="val 11628"/>
            </a:avLst>
          </a:prstGeom>
          <a:solidFill>
            <a:srgbClr val="2C7E82"/>
          </a:solidFill>
        </p:spPr>
        <p:txBody>
          <a:bodyPr/>
          <a:lstStyle/>
          <a:p>
            <a:endParaRPr lang="ko-KR" altLang="en-US"/>
          </a:p>
        </p:txBody>
      </p:sp>
      <p:sp>
        <p:nvSpPr>
          <p:cNvPr id="38" name="Text 31">
            <a:extLst>
              <a:ext uri="{FF2B5EF4-FFF2-40B4-BE49-F238E27FC236}">
                <a16:creationId xmlns:a16="http://schemas.microsoft.com/office/drawing/2014/main" id="{1B5D849F-D863-40E1-BA63-4C1325CE44DD}"/>
              </a:ext>
            </a:extLst>
          </p:cNvPr>
          <p:cNvSpPr>
            <a:spLocks noGrp="1"/>
          </p:cNvSpPr>
          <p:nvPr/>
        </p:nvSpPr>
        <p:spPr>
          <a:xfrm>
            <a:off x="1005840" y="5431536"/>
            <a:ext cx="2011680" cy="256032"/>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1000" b="1" spc="300">
                <a:solidFill>
                  <a:srgbClr val="83CCD2"/>
                </a:solidFill>
                <a:latin typeface="Noto Sans KR"/>
                <a:ea typeface="Noto Sans KR"/>
                <a:cs typeface="Noto Sans KR"/>
              </a:rPr>
              <a:t>MOVES WORKFORCE</a:t>
            </a:r>
            <a:endParaRPr sz="1000"/>
          </a:p>
        </p:txBody>
      </p:sp>
      <p:sp>
        <p:nvSpPr>
          <p:cNvPr id="39" name="Text 32">
            <a:extLst>
              <a:ext uri="{FF2B5EF4-FFF2-40B4-BE49-F238E27FC236}">
                <a16:creationId xmlns:a16="http://schemas.microsoft.com/office/drawing/2014/main" id="{F6D0A2BF-48AB-4CBC-8DFA-D87116B575AF}"/>
              </a:ext>
            </a:extLst>
          </p:cNvPr>
          <p:cNvSpPr>
            <a:spLocks noGrp="1"/>
          </p:cNvSpPr>
          <p:nvPr/>
        </p:nvSpPr>
        <p:spPr>
          <a:xfrm>
            <a:off x="1005840" y="5650992"/>
            <a:ext cx="4206240" cy="411480"/>
          </a:xfrm>
          <a:prstGeom prst="rect">
            <a:avLst/>
          </a:prstGeom>
          <a:noFill/>
        </p:spPr>
        <p:txBody>
          <a:bodyPr wrap="square" lIns="0" tIns="0" rIns="0" bIns="0" anchor="ctr">
            <a:noAutofit/>
          </a:bodyPr>
          <a:lstStyle/>
          <a:p>
            <a:pPr marL="0" indent="0">
              <a:lnSpc>
                <a:spcPct val="115000"/>
              </a:lnSpc>
              <a:buNone/>
              <a:defRPr sz="1950" b="1">
                <a:solidFill>
                  <a:srgbClr val="FFFFFF"/>
                </a:solidFill>
                <a:latin typeface="Noto Sans KR"/>
                <a:ea typeface="Noto Sans KR"/>
                <a:cs typeface="Noto Sans KR"/>
              </a:defRPr>
            </a:pPr>
            <a:r>
              <a:rPr sz="1950" b="1">
                <a:solidFill>
                  <a:srgbClr val="FFFFFF"/>
                </a:solidFill>
                <a:latin typeface="Noto Sans KR"/>
                <a:ea typeface="Noto Sans KR"/>
                <a:cs typeface="Noto Sans KR"/>
              </a:rPr>
              <a:t>자료를 연결해 판단을 돕습니다</a:t>
            </a:r>
            <a:endParaRPr sz="1600"/>
          </a:p>
        </p:txBody>
      </p:sp>
      <p:sp>
        <p:nvSpPr>
          <p:cNvPr id="40" name="Text 33">
            <a:extLst>
              <a:ext uri="{FF2B5EF4-FFF2-40B4-BE49-F238E27FC236}">
                <a16:creationId xmlns:a16="http://schemas.microsoft.com/office/drawing/2014/main" id="{AF1C11CA-4B07-4043-9924-2558E0290538}"/>
              </a:ext>
            </a:extLst>
          </p:cNvPr>
          <p:cNvSpPr>
            <a:spLocks noGrp="1"/>
          </p:cNvSpPr>
          <p:nvPr/>
        </p:nvSpPr>
        <p:spPr>
          <a:xfrm>
            <a:off x="5394960" y="5321808"/>
            <a:ext cx="5882335" cy="786384"/>
          </a:xfrm>
          <a:prstGeom prst="rect">
            <a:avLst/>
          </a:prstGeom>
          <a:noFill/>
        </p:spPr>
        <p:txBody>
          <a:bodyPr wrap="square" lIns="0" tIns="0" rIns="0" bIns="0" anchor="ctr">
            <a:noAutofit/>
          </a:bodyPr>
          <a:lstStyle/>
          <a:p>
            <a:pPr marL="0" indent="0">
              <a:lnSpc>
                <a:spcPct val="115000"/>
              </a:lnSpc>
              <a:buNone/>
              <a:defRPr sz="1650">
                <a:solidFill>
                  <a:srgbClr val="FFFFFF"/>
                </a:solidFill>
                <a:latin typeface="Noto Sans KR"/>
                <a:ea typeface="Noto Sans KR"/>
                <a:cs typeface="Noto Sans KR"/>
              </a:defRPr>
            </a:pPr>
            <a:r>
              <a:rPr sz="1400" dirty="0" err="1">
                <a:solidFill>
                  <a:srgbClr val="FFFFFF"/>
                </a:solidFill>
                <a:latin typeface="Noto Sans KR"/>
                <a:ea typeface="Noto Sans KR"/>
                <a:cs typeface="Noto Sans KR"/>
              </a:rPr>
              <a:t>조직의</a:t>
            </a:r>
            <a:r>
              <a:rPr sz="1400" dirty="0">
                <a:solidFill>
                  <a:srgbClr val="FFFFFF"/>
                </a:solidFill>
                <a:latin typeface="Noto Sans KR"/>
                <a:ea typeface="Noto Sans KR"/>
                <a:cs typeface="Noto Sans KR"/>
              </a:rPr>
              <a:t> </a:t>
            </a:r>
            <a:r>
              <a:rPr sz="1400" dirty="0" err="1">
                <a:solidFill>
                  <a:srgbClr val="FFFFFF"/>
                </a:solidFill>
                <a:latin typeface="Noto Sans KR"/>
                <a:ea typeface="Noto Sans KR"/>
                <a:cs typeface="Noto Sans KR"/>
              </a:rPr>
              <a:t>근무</a:t>
            </a:r>
            <a:r>
              <a:rPr sz="1400" dirty="0">
                <a:solidFill>
                  <a:srgbClr val="FFFFFF"/>
                </a:solidFill>
                <a:latin typeface="Noto Sans KR"/>
                <a:ea typeface="Noto Sans KR"/>
                <a:cs typeface="Noto Sans KR"/>
              </a:rPr>
              <a:t> </a:t>
            </a:r>
            <a:r>
              <a:rPr sz="1400" dirty="0" err="1">
                <a:solidFill>
                  <a:srgbClr val="FFFFFF"/>
                </a:solidFill>
                <a:latin typeface="Noto Sans KR"/>
                <a:ea typeface="Noto Sans KR"/>
                <a:cs typeface="Noto Sans KR"/>
              </a:rPr>
              <a:t>기준과</a:t>
            </a:r>
            <a:r>
              <a:rPr sz="1400" dirty="0">
                <a:solidFill>
                  <a:srgbClr val="FFFFFF"/>
                </a:solidFill>
                <a:latin typeface="Noto Sans KR"/>
                <a:ea typeface="Noto Sans KR"/>
                <a:cs typeface="Noto Sans KR"/>
              </a:rPr>
              <a:t> </a:t>
            </a:r>
            <a:r>
              <a:rPr sz="1400" dirty="0" err="1">
                <a:solidFill>
                  <a:srgbClr val="FFFFFF"/>
                </a:solidFill>
                <a:latin typeface="Noto Sans KR"/>
                <a:ea typeface="Noto Sans KR"/>
                <a:cs typeface="Noto Sans KR"/>
              </a:rPr>
              <a:t>급여</a:t>
            </a:r>
            <a:r>
              <a:rPr sz="1400" dirty="0">
                <a:solidFill>
                  <a:srgbClr val="FFFFFF"/>
                </a:solidFill>
                <a:latin typeface="Noto Sans KR"/>
                <a:ea typeface="Noto Sans KR"/>
                <a:cs typeface="Noto Sans KR"/>
              </a:rPr>
              <a:t> </a:t>
            </a:r>
            <a:r>
              <a:rPr sz="1400" dirty="0" err="1">
                <a:solidFill>
                  <a:srgbClr val="FFFFFF"/>
                </a:solidFill>
                <a:latin typeface="Noto Sans KR"/>
                <a:ea typeface="Noto Sans KR"/>
                <a:cs typeface="Noto Sans KR"/>
              </a:rPr>
              <a:t>정책을</a:t>
            </a:r>
            <a:r>
              <a:rPr sz="1400" dirty="0">
                <a:solidFill>
                  <a:srgbClr val="FFFFFF"/>
                </a:solidFill>
                <a:latin typeface="Noto Sans KR"/>
                <a:ea typeface="Noto Sans KR"/>
                <a:cs typeface="Noto Sans KR"/>
              </a:rPr>
              <a:t> </a:t>
            </a:r>
            <a:r>
              <a:rPr sz="1400" dirty="0" err="1">
                <a:solidFill>
                  <a:srgbClr val="FFFFFF"/>
                </a:solidFill>
                <a:latin typeface="Noto Sans KR"/>
                <a:ea typeface="Noto Sans KR"/>
                <a:cs typeface="Noto Sans KR"/>
              </a:rPr>
              <a:t>연결하고</a:t>
            </a:r>
            <a:r>
              <a:rPr sz="1400" dirty="0">
                <a:solidFill>
                  <a:srgbClr val="FFFFFF"/>
                </a:solidFill>
                <a:latin typeface="Noto Sans KR"/>
                <a:ea typeface="Noto Sans KR"/>
                <a:cs typeface="Noto Sans KR"/>
              </a:rPr>
              <a:t>,</a:t>
            </a:r>
            <a:endParaRPr sz="1400" dirty="0"/>
          </a:p>
          <a:p>
            <a:pPr marL="0" indent="0">
              <a:lnSpc>
                <a:spcPct val="115000"/>
              </a:lnSpc>
              <a:buNone/>
              <a:defRPr sz="1650">
                <a:solidFill>
                  <a:srgbClr val="FFFFFF"/>
                </a:solidFill>
                <a:latin typeface="Noto Sans KR"/>
                <a:ea typeface="Noto Sans KR"/>
                <a:cs typeface="Noto Sans KR"/>
              </a:defRPr>
            </a:pPr>
            <a:r>
              <a:rPr sz="1400" dirty="0" err="1">
                <a:solidFill>
                  <a:srgbClr val="FFFFFF"/>
                </a:solidFill>
                <a:latin typeface="Noto Sans KR"/>
                <a:ea typeface="Noto Sans KR"/>
                <a:cs typeface="Noto Sans KR"/>
              </a:rPr>
              <a:t>기록</a:t>
            </a:r>
            <a:r>
              <a:rPr sz="1400" dirty="0">
                <a:solidFill>
                  <a:srgbClr val="FFFFFF"/>
                </a:solidFill>
                <a:latin typeface="Noto Sans KR"/>
                <a:ea typeface="Noto Sans KR"/>
                <a:cs typeface="Noto Sans KR"/>
              </a:rPr>
              <a:t> </a:t>
            </a:r>
            <a:r>
              <a:rPr sz="1400" dirty="0" err="1">
                <a:solidFill>
                  <a:srgbClr val="FFFFFF"/>
                </a:solidFill>
                <a:latin typeface="Noto Sans KR"/>
                <a:ea typeface="Noto Sans KR"/>
                <a:cs typeface="Noto Sans KR"/>
              </a:rPr>
              <a:t>품질과</a:t>
            </a:r>
            <a:r>
              <a:rPr sz="1400" dirty="0">
                <a:solidFill>
                  <a:srgbClr val="FFFFFF"/>
                </a:solidFill>
                <a:latin typeface="Noto Sans KR"/>
                <a:ea typeface="Noto Sans KR"/>
                <a:cs typeface="Noto Sans KR"/>
              </a:rPr>
              <a:t> </a:t>
            </a:r>
            <a:r>
              <a:rPr sz="1400" dirty="0" err="1">
                <a:solidFill>
                  <a:srgbClr val="FFFFFF"/>
                </a:solidFill>
                <a:latin typeface="Noto Sans KR"/>
                <a:ea typeface="Noto Sans KR"/>
                <a:cs typeface="Noto Sans KR"/>
              </a:rPr>
              <a:t>조회</a:t>
            </a:r>
            <a:r>
              <a:rPr sz="1400" dirty="0">
                <a:solidFill>
                  <a:srgbClr val="FFFFFF"/>
                </a:solidFill>
                <a:latin typeface="Noto Sans KR"/>
                <a:ea typeface="Noto Sans KR"/>
                <a:cs typeface="Noto Sans KR"/>
              </a:rPr>
              <a:t> </a:t>
            </a:r>
            <a:r>
              <a:rPr sz="1400" dirty="0" err="1">
                <a:solidFill>
                  <a:srgbClr val="FFFFFF"/>
                </a:solidFill>
                <a:latin typeface="Noto Sans KR"/>
                <a:ea typeface="Noto Sans KR"/>
                <a:cs typeface="Noto Sans KR"/>
              </a:rPr>
              <a:t>범위도</a:t>
            </a:r>
            <a:r>
              <a:rPr sz="1400" dirty="0">
                <a:solidFill>
                  <a:srgbClr val="FFFFFF"/>
                </a:solidFill>
                <a:latin typeface="Noto Sans KR"/>
                <a:ea typeface="Noto Sans KR"/>
                <a:cs typeface="Noto Sans KR"/>
              </a:rPr>
              <a:t> </a:t>
            </a:r>
            <a:r>
              <a:rPr sz="1400" dirty="0" err="1">
                <a:solidFill>
                  <a:srgbClr val="FFFFFF"/>
                </a:solidFill>
                <a:latin typeface="Noto Sans KR"/>
                <a:ea typeface="Noto Sans KR"/>
                <a:cs typeface="Noto Sans KR"/>
              </a:rPr>
              <a:t>함께</a:t>
            </a:r>
            <a:r>
              <a:rPr sz="1400" dirty="0">
                <a:solidFill>
                  <a:srgbClr val="FFFFFF"/>
                </a:solidFill>
                <a:latin typeface="Noto Sans KR"/>
                <a:ea typeface="Noto Sans KR"/>
                <a:cs typeface="Noto Sans KR"/>
              </a:rPr>
              <a:t> </a:t>
            </a:r>
            <a:r>
              <a:rPr sz="1400" dirty="0" err="1">
                <a:solidFill>
                  <a:srgbClr val="FFFFFF"/>
                </a:solidFill>
                <a:latin typeface="Noto Sans KR"/>
                <a:ea typeface="Noto Sans KR"/>
                <a:cs typeface="Noto Sans KR"/>
              </a:rPr>
              <a:t>확인합니다</a:t>
            </a:r>
            <a:r>
              <a:rPr sz="1400" dirty="0">
                <a:solidFill>
                  <a:srgbClr val="FFFFFF"/>
                </a:solidFill>
                <a:latin typeface="Noto Sans KR"/>
                <a:ea typeface="Noto Sans KR"/>
                <a:cs typeface="Noto Sans KR"/>
              </a:rPr>
              <a:t>.</a:t>
            </a:r>
            <a:endParaRPr sz="1400" dirty="0"/>
          </a:p>
        </p:txBody>
      </p:sp>
      <p:pic>
        <p:nvPicPr>
          <p:cNvPr id="89" name="Image 5"/>
          <p:cNvPicPr>
            <a:picLocks noChangeAspect="1"/>
          </p:cNvPicPr>
          <p:nvPr/>
        </p:nvPicPr>
        <p:blipFill>
          <a:blip r:embed="rId8"/>
          <a:stretch>
            <a:fillRect/>
          </a:stretch>
        </p:blipFill>
        <p:spPr>
          <a:xfrm>
            <a:off x="640080" y="6419088"/>
            <a:ext cx="786384" cy="180137"/>
          </a:xfrm>
          <a:prstGeom prst="rect">
            <a:avLst/>
          </a:prstGeom>
        </p:spPr>
      </p:pic>
      <p:sp>
        <p:nvSpPr>
          <p:cNvPr id="42" name="Text 34">
            <a:extLst>
              <a:ext uri="{FF2B5EF4-FFF2-40B4-BE49-F238E27FC236}">
                <a16:creationId xmlns:a16="http://schemas.microsoft.com/office/drawing/2014/main" id="{2D84D399-8A75-4367-8989-527C5003CD14}"/>
              </a:ext>
            </a:extLst>
          </p:cNvPr>
          <p:cNvSpPr>
            <a:spLocks noGrp="1"/>
          </p:cNvSpPr>
          <p:nvPr/>
        </p:nvSpPr>
        <p:spPr>
          <a:xfrm>
            <a:off x="1600200" y="6391656"/>
            <a:ext cx="5943600" cy="256032"/>
          </a:xfrm>
          <a:prstGeom prst="rect">
            <a:avLst/>
          </a:prstGeom>
          <a:noFill/>
        </p:spPr>
        <p:txBody>
          <a:bodyPr wrap="square" lIns="0" tIns="0" rIns="0" bIns="0" anchor="ctr"/>
          <a:lstStyle/>
          <a:p>
            <a:pPr marL="0" indent="0">
              <a:lnSpc>
                <a:spcPct val="115000"/>
              </a:lnSpc>
              <a:buNone/>
            </a:pPr>
            <a:r>
              <a:rPr sz="850" spc="100">
                <a:solidFill>
                  <a:srgbClr val="5B6A6C"/>
                </a:solidFill>
                <a:latin typeface="Noto Sans KR"/>
                <a:ea typeface="Noto Sans KR"/>
                <a:cs typeface="Noto Sans KR"/>
              </a:rPr>
              <a:t>Moves Workforce  ·  PRODUCT INTRODUCTION</a:t>
            </a:r>
            <a:endParaRPr sz="850"/>
          </a:p>
        </p:txBody>
      </p:sp>
      <p:sp>
        <p:nvSpPr>
          <p:cNvPr id="43" name="Text 35">
            <a:extLst>
              <a:ext uri="{FF2B5EF4-FFF2-40B4-BE49-F238E27FC236}">
                <a16:creationId xmlns:a16="http://schemas.microsoft.com/office/drawing/2014/main" id="{405204AC-3D55-414F-B2D8-B494D7261824}"/>
              </a:ext>
            </a:extLst>
          </p:cNvPr>
          <p:cNvSpPr>
            <a:spLocks noGrp="1"/>
          </p:cNvSpPr>
          <p:nvPr/>
        </p:nvSpPr>
        <p:spPr>
          <a:xfrm>
            <a:off x="10088575" y="6391656"/>
            <a:ext cx="1463040" cy="256032"/>
          </a:xfrm>
          <a:prstGeom prst="rect">
            <a:avLst/>
          </a:prstGeom>
          <a:noFill/>
        </p:spPr>
        <p:txBody>
          <a:bodyPr wrap="square" lIns="0" tIns="0" rIns="0" bIns="0" anchor="ctr"/>
          <a:lstStyle/>
          <a:p>
            <a:pPr marL="0" indent="0" algn="r">
              <a:lnSpc>
                <a:spcPct val="115000"/>
              </a:lnSpc>
              <a:buNone/>
              <a:defRPr sz="900">
                <a:latin typeface="Noto Sans KR"/>
                <a:ea typeface="Noto Sans KR"/>
                <a:cs typeface="Noto Sans KR"/>
              </a:defRPr>
            </a:pPr>
            <a:r>
              <a:rPr sz="900" spc="100">
                <a:solidFill>
                  <a:srgbClr val="5B6A6C"/>
                </a:solidFill>
                <a:latin typeface="Noto Sans KR"/>
                <a:ea typeface="Noto Sans KR"/>
                <a:cs typeface="Noto Sans KR"/>
              </a:rPr>
              <a:t>02 / 12</a:t>
            </a:r>
            <a:endParaRPr sz="850"/>
          </a:p>
        </p:txBody>
      </p:sp>
    </p:spTree>
    <p:extLst>
      <p:ext uri="{BB962C8B-B14F-4D97-AF65-F5344CB8AC3E}">
        <p14:creationId xmlns:p14="http://schemas.microsoft.com/office/powerpoint/2010/main" val="1369076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8F7776F-4E33-4272-B989-01DA05099CA4}"/>
              </a:ext>
            </a:extLst>
          </p:cNvPr>
          <p:cNvSpPr>
            <a:spLocks noGrp="1"/>
          </p:cNvSpPr>
          <p:nvPr/>
        </p:nvSpPr>
        <p:spPr>
          <a:xfrm>
            <a:off x="640080" y="475488"/>
            <a:ext cx="8138160" cy="274320"/>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1100" b="1" spc="300">
                <a:solidFill>
                  <a:srgbClr val="3B9DA1"/>
                </a:solidFill>
                <a:latin typeface="Noto Sans KR"/>
                <a:ea typeface="Noto Sans KR"/>
                <a:cs typeface="Noto Sans KR"/>
              </a:rPr>
              <a:t>CORE DIFFERENCE · 세 지표를 분리해서 비교</a:t>
            </a:r>
            <a:endParaRPr sz="1100"/>
          </a:p>
        </p:txBody>
      </p:sp>
      <p:sp>
        <p:nvSpPr>
          <p:cNvPr id="3" name="Text 1">
            <a:extLst>
              <a:ext uri="{FF2B5EF4-FFF2-40B4-BE49-F238E27FC236}">
                <a16:creationId xmlns:a16="http://schemas.microsoft.com/office/drawing/2014/main" id="{AF514032-94E3-441D-A949-735361387263}"/>
              </a:ext>
            </a:extLst>
          </p:cNvPr>
          <p:cNvSpPr>
            <a:spLocks noGrp="1"/>
          </p:cNvSpPr>
          <p:nvPr/>
        </p:nvSpPr>
        <p:spPr>
          <a:xfrm>
            <a:off x="640080" y="749808"/>
            <a:ext cx="10515600" cy="685800"/>
          </a:xfrm>
          <a:prstGeom prst="rect">
            <a:avLst/>
          </a:prstGeom>
          <a:noFill/>
        </p:spPr>
        <p:txBody>
          <a:bodyPr wrap="square" lIns="0" tIns="0" rIns="0" bIns="0" anchor="t">
            <a:noAutofit/>
          </a:bodyPr>
          <a:lstStyle/>
          <a:p>
            <a:pPr marL="0" indent="0">
              <a:lnSpc>
                <a:spcPct val="115000"/>
              </a:lnSpc>
              <a:buNone/>
              <a:defRPr sz="2850" b="1">
                <a:solidFill>
                  <a:srgbClr val="172A2D"/>
                </a:solidFill>
                <a:latin typeface="Noto Sans KR"/>
                <a:ea typeface="Noto Sans KR"/>
                <a:cs typeface="Noto Sans KR"/>
              </a:defRPr>
            </a:pPr>
            <a:r>
              <a:rPr sz="2850" b="1">
                <a:solidFill>
                  <a:srgbClr val="172A2D"/>
                </a:solidFill>
                <a:latin typeface="Noto Sans KR"/>
                <a:ea typeface="Noto Sans KR"/>
                <a:cs typeface="Noto Sans KR"/>
              </a:rPr>
              <a:t>공수 소진과 업무 완성은 다릅니다</a:t>
            </a:r>
            <a:endParaRPr sz="2700"/>
          </a:p>
        </p:txBody>
      </p:sp>
      <p:sp>
        <p:nvSpPr>
          <p:cNvPr id="4" name="Text 2">
            <a:extLst>
              <a:ext uri="{FF2B5EF4-FFF2-40B4-BE49-F238E27FC236}">
                <a16:creationId xmlns:a16="http://schemas.microsoft.com/office/drawing/2014/main" id="{894A5CDD-3357-4080-ACE1-E1ED1BC4F515}"/>
              </a:ext>
            </a:extLst>
          </p:cNvPr>
          <p:cNvSpPr>
            <a:spLocks noGrp="1"/>
          </p:cNvSpPr>
          <p:nvPr/>
        </p:nvSpPr>
        <p:spPr>
          <a:xfrm>
            <a:off x="640080" y="1572768"/>
            <a:ext cx="10424160" cy="365760"/>
          </a:xfrm>
          <a:prstGeom prst="rect">
            <a:avLst/>
          </a:prstGeom>
          <a:noFill/>
        </p:spPr>
        <p:txBody>
          <a:bodyPr wrap="square" lIns="0" tIns="0" rIns="0" bIns="0" anchor="ctr">
            <a:noAutofit/>
          </a:bodyPr>
          <a:lstStyle/>
          <a:p>
            <a:pPr marL="0" indent="0">
              <a:lnSpc>
                <a:spcPct val="115000"/>
              </a:lnSpc>
              <a:buNone/>
              <a:defRPr sz="2025">
                <a:latin typeface="Noto Sans KR"/>
                <a:ea typeface="Noto Sans KR"/>
                <a:cs typeface="Noto Sans KR"/>
              </a:defRPr>
            </a:pPr>
            <a:r>
              <a:rPr sz="2025">
                <a:solidFill>
                  <a:srgbClr val="5B6A6C"/>
                </a:solidFill>
                <a:latin typeface="Noto Sans KR"/>
                <a:ea typeface="Noto Sans KR"/>
                <a:cs typeface="Noto Sans KR"/>
              </a:rPr>
              <a:t>공수를 81% 썼다고 일이 81% 끝난 것은 아닙니다.</a:t>
            </a:r>
            <a:endParaRPr sz="1200"/>
          </a:p>
        </p:txBody>
      </p:sp>
      <p:sp>
        <p:nvSpPr>
          <p:cNvPr id="5" name="Shape 3">
            <a:extLst>
              <a:ext uri="{FF2B5EF4-FFF2-40B4-BE49-F238E27FC236}">
                <a16:creationId xmlns:a16="http://schemas.microsoft.com/office/drawing/2014/main" id="{D499BDCA-1644-474D-817C-6E0844C5A4BD}"/>
              </a:ext>
            </a:extLst>
          </p:cNvPr>
          <p:cNvSpPr>
            <a:spLocks noGrp="1"/>
          </p:cNvSpPr>
          <p:nvPr/>
        </p:nvSpPr>
        <p:spPr>
          <a:xfrm>
            <a:off x="640080" y="2121408"/>
            <a:ext cx="5135728" cy="3977640"/>
          </a:xfrm>
          <a:prstGeom prst="roundRect">
            <a:avLst>
              <a:gd name="adj" fmla="val 2299"/>
            </a:avLst>
          </a:prstGeom>
          <a:solidFill>
            <a:srgbClr val="FFFFFF"/>
          </a:solidFill>
          <a:ln w="19050">
            <a:solidFill>
              <a:srgbClr val="2C7E82"/>
            </a:solidFill>
            <a:prstDash val="solid"/>
          </a:ln>
          <a:effectLst>
            <a:outerShdw blurRad="127000" dist="38100" dir="5400000" algn="bl" rotWithShape="0">
              <a:srgbClr val="9FC4C6">
                <a:alpha val="30000"/>
              </a:srgbClr>
            </a:outerShdw>
          </a:effectLst>
        </p:spPr>
        <p:txBody>
          <a:bodyPr/>
          <a:lstStyle/>
          <a:p>
            <a:endParaRPr lang="ko-KR" altLang="en-US"/>
          </a:p>
        </p:txBody>
      </p:sp>
      <p:sp>
        <p:nvSpPr>
          <p:cNvPr id="6" name="Shape 4">
            <a:extLst>
              <a:ext uri="{FF2B5EF4-FFF2-40B4-BE49-F238E27FC236}">
                <a16:creationId xmlns:a16="http://schemas.microsoft.com/office/drawing/2014/main" id="{D5C49B12-AECE-49E8-862A-878163127F56}"/>
              </a:ext>
            </a:extLst>
          </p:cNvPr>
          <p:cNvSpPr>
            <a:spLocks noGrp="1"/>
          </p:cNvSpPr>
          <p:nvPr/>
        </p:nvSpPr>
        <p:spPr>
          <a:xfrm>
            <a:off x="640080" y="2121408"/>
            <a:ext cx="5135728" cy="1051560"/>
          </a:xfrm>
          <a:prstGeom prst="roundRect">
            <a:avLst>
              <a:gd name="adj" fmla="val 8696"/>
            </a:avLst>
          </a:prstGeom>
          <a:solidFill>
            <a:srgbClr val="2C7E82"/>
          </a:solidFill>
        </p:spPr>
        <p:txBody>
          <a:bodyPr/>
          <a:lstStyle/>
          <a:p>
            <a:endParaRPr lang="ko-KR" altLang="en-US"/>
          </a:p>
        </p:txBody>
      </p:sp>
      <p:sp>
        <p:nvSpPr>
          <p:cNvPr id="7" name="Shape 5">
            <a:extLst>
              <a:ext uri="{FF2B5EF4-FFF2-40B4-BE49-F238E27FC236}">
                <a16:creationId xmlns:a16="http://schemas.microsoft.com/office/drawing/2014/main" id="{8E09E0B9-BE3B-42E8-8342-53D2EEEB8649}"/>
              </a:ext>
            </a:extLst>
          </p:cNvPr>
          <p:cNvSpPr>
            <a:spLocks noGrp="1"/>
          </p:cNvSpPr>
          <p:nvPr/>
        </p:nvSpPr>
        <p:spPr>
          <a:xfrm>
            <a:off x="640080" y="2670048"/>
            <a:ext cx="5135728" cy="502920"/>
          </a:xfrm>
          <a:prstGeom prst="rect">
            <a:avLst/>
          </a:prstGeom>
          <a:solidFill>
            <a:srgbClr val="2C7E82"/>
          </a:solidFill>
        </p:spPr>
        <p:txBody>
          <a:bodyPr/>
          <a:lstStyle/>
          <a:p>
            <a:endParaRPr lang="ko-KR" altLang="en-US"/>
          </a:p>
        </p:txBody>
      </p:sp>
      <p:sp>
        <p:nvSpPr>
          <p:cNvPr id="8" name="Shape 6">
            <a:extLst>
              <a:ext uri="{FF2B5EF4-FFF2-40B4-BE49-F238E27FC236}">
                <a16:creationId xmlns:a16="http://schemas.microsoft.com/office/drawing/2014/main" id="{18A1C97B-46F2-4464-AC85-CD8C95554246}"/>
              </a:ext>
            </a:extLst>
          </p:cNvPr>
          <p:cNvSpPr>
            <a:spLocks noGrp="1"/>
          </p:cNvSpPr>
          <p:nvPr/>
        </p:nvSpPr>
        <p:spPr>
          <a:xfrm>
            <a:off x="960120" y="2359152"/>
            <a:ext cx="585216" cy="585216"/>
          </a:xfrm>
          <a:prstGeom prst="ellipse">
            <a:avLst/>
          </a:prstGeom>
          <a:solidFill>
            <a:srgbClr val="FFFFFF"/>
          </a:solidFill>
        </p:spPr>
        <p:txBody>
          <a:bodyPr/>
          <a:lstStyle/>
          <a:p>
            <a:endParaRPr lang="ko-KR" altLang="en-US"/>
          </a:p>
        </p:txBody>
      </p:sp>
      <p:pic>
        <p:nvPicPr>
          <p:cNvPr id="68" name="Image 0"/>
          <p:cNvPicPr>
            <a:picLocks noChangeAspect="1"/>
          </p:cNvPicPr>
          <p:nvPr/>
        </p:nvPicPr>
        <p:blipFill>
          <a:blip r:embed="rId3"/>
          <a:stretch>
            <a:fillRect/>
          </a:stretch>
        </p:blipFill>
        <p:spPr>
          <a:xfrm>
            <a:off x="1118128" y="2517160"/>
            <a:ext cx="269199" cy="269199"/>
          </a:xfrm>
          <a:prstGeom prst="rect">
            <a:avLst/>
          </a:prstGeom>
        </p:spPr>
      </p:pic>
      <p:sp>
        <p:nvSpPr>
          <p:cNvPr id="10" name="Text 7">
            <a:extLst>
              <a:ext uri="{FF2B5EF4-FFF2-40B4-BE49-F238E27FC236}">
                <a16:creationId xmlns:a16="http://schemas.microsoft.com/office/drawing/2014/main" id="{852D641B-DA89-453C-9109-E2584D0D3144}"/>
              </a:ext>
            </a:extLst>
          </p:cNvPr>
          <p:cNvSpPr>
            <a:spLocks noGrp="1"/>
          </p:cNvSpPr>
          <p:nvPr/>
        </p:nvSpPr>
        <p:spPr>
          <a:xfrm>
            <a:off x="1737360" y="2322576"/>
            <a:ext cx="2392528" cy="274320"/>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1000" b="1" spc="200">
                <a:solidFill>
                  <a:srgbClr val="83CCD2"/>
                </a:solidFill>
                <a:latin typeface="Noto Sans KR"/>
                <a:ea typeface="Noto Sans KR"/>
                <a:cs typeface="Noto Sans KR"/>
              </a:rPr>
              <a:t>세 지표의 비교</a:t>
            </a:r>
            <a:endParaRPr sz="1000"/>
          </a:p>
        </p:txBody>
      </p:sp>
      <p:sp>
        <p:nvSpPr>
          <p:cNvPr id="11" name="Text 8">
            <a:extLst>
              <a:ext uri="{FF2B5EF4-FFF2-40B4-BE49-F238E27FC236}">
                <a16:creationId xmlns:a16="http://schemas.microsoft.com/office/drawing/2014/main" id="{C8AE6220-07C6-49C5-80ED-84C4AA964A7C}"/>
              </a:ext>
            </a:extLst>
          </p:cNvPr>
          <p:cNvSpPr>
            <a:spLocks noGrp="1"/>
          </p:cNvSpPr>
          <p:nvPr/>
        </p:nvSpPr>
        <p:spPr>
          <a:xfrm>
            <a:off x="1737360" y="2560320"/>
            <a:ext cx="2392528" cy="411480"/>
          </a:xfrm>
          <a:prstGeom prst="rect">
            <a:avLst/>
          </a:prstGeom>
          <a:noFill/>
        </p:spPr>
        <p:txBody>
          <a:bodyPr wrap="square" lIns="0" tIns="0" rIns="0" bIns="0" anchor="ctr">
            <a:noAutofit/>
          </a:bodyPr>
          <a:lstStyle/>
          <a:p>
            <a:pPr marL="0" indent="0">
              <a:lnSpc>
                <a:spcPct val="115000"/>
              </a:lnSpc>
              <a:buNone/>
              <a:defRPr sz="2025" b="1">
                <a:solidFill>
                  <a:srgbClr val="FFFFFF"/>
                </a:solidFill>
                <a:latin typeface="Noto Sans KR"/>
                <a:ea typeface="Noto Sans KR"/>
                <a:cs typeface="Noto Sans KR"/>
              </a:defRPr>
            </a:pPr>
            <a:r>
              <a:rPr sz="2025" b="1">
                <a:solidFill>
                  <a:srgbClr val="FFFFFF"/>
                </a:solidFill>
                <a:latin typeface="Noto Sans KR"/>
                <a:ea typeface="Noto Sans KR"/>
                <a:cs typeface="Noto Sans KR"/>
              </a:rPr>
              <a:t>일정 · 완성 · 공수</a:t>
            </a:r>
            <a:endParaRPr sz="2000"/>
          </a:p>
        </p:txBody>
      </p:sp>
      <p:sp>
        <p:nvSpPr>
          <p:cNvPr id="12" name="Text 9">
            <a:extLst>
              <a:ext uri="{FF2B5EF4-FFF2-40B4-BE49-F238E27FC236}">
                <a16:creationId xmlns:a16="http://schemas.microsoft.com/office/drawing/2014/main" id="{DBFA9B2D-1CCE-4FA0-B8E0-75140882B743}"/>
              </a:ext>
            </a:extLst>
          </p:cNvPr>
          <p:cNvSpPr>
            <a:spLocks noGrp="1"/>
          </p:cNvSpPr>
          <p:nvPr/>
        </p:nvSpPr>
        <p:spPr>
          <a:xfrm>
            <a:off x="3626968" y="2121408"/>
            <a:ext cx="1965960" cy="1051560"/>
          </a:xfrm>
          <a:prstGeom prst="rect">
            <a:avLst/>
          </a:prstGeom>
          <a:noFill/>
        </p:spPr>
        <p:txBody>
          <a:bodyPr wrap="square" lIns="0" tIns="0" rIns="0" bIns="0" anchor="ctr">
            <a:noAutofit/>
          </a:bodyPr>
          <a:lstStyle/>
          <a:p>
            <a:pPr marL="0" indent="0" algn="r">
              <a:lnSpc>
                <a:spcPct val="115000"/>
              </a:lnSpc>
              <a:buNone/>
            </a:pPr>
            <a:endParaRPr sz="1300"/>
          </a:p>
        </p:txBody>
      </p:sp>
      <p:sp>
        <p:nvSpPr>
          <p:cNvPr id="20" name="Shape 17">
            <a:extLst>
              <a:ext uri="{FF2B5EF4-FFF2-40B4-BE49-F238E27FC236}">
                <a16:creationId xmlns:a16="http://schemas.microsoft.com/office/drawing/2014/main" id="{27423397-88C7-4742-9F08-1BBD7EA472C7}"/>
              </a:ext>
            </a:extLst>
          </p:cNvPr>
          <p:cNvSpPr>
            <a:spLocks noGrp="1"/>
          </p:cNvSpPr>
          <p:nvPr/>
        </p:nvSpPr>
        <p:spPr>
          <a:xfrm>
            <a:off x="6415888" y="2121408"/>
            <a:ext cx="5135728" cy="3977640"/>
          </a:xfrm>
          <a:prstGeom prst="roundRect">
            <a:avLst>
              <a:gd name="adj" fmla="val 2299"/>
            </a:avLst>
          </a:prstGeom>
          <a:solidFill>
            <a:srgbClr val="FFFFFF"/>
          </a:solidFill>
          <a:ln w="19050">
            <a:solidFill>
              <a:srgbClr val="2C7E82"/>
            </a:solidFill>
            <a:prstDash val="solid"/>
          </a:ln>
          <a:effectLst>
            <a:outerShdw blurRad="127000" dist="38100" dir="5400000" algn="bl" rotWithShape="0">
              <a:srgbClr val="9FC4C6">
                <a:alpha val="30000"/>
              </a:srgbClr>
            </a:outerShdw>
          </a:effectLst>
        </p:spPr>
        <p:txBody>
          <a:bodyPr/>
          <a:lstStyle/>
          <a:p>
            <a:endParaRPr lang="ko-KR" altLang="en-US"/>
          </a:p>
        </p:txBody>
      </p:sp>
      <p:sp>
        <p:nvSpPr>
          <p:cNvPr id="21" name="Shape 18">
            <a:extLst>
              <a:ext uri="{FF2B5EF4-FFF2-40B4-BE49-F238E27FC236}">
                <a16:creationId xmlns:a16="http://schemas.microsoft.com/office/drawing/2014/main" id="{97CB534E-4BD1-4AB8-8AF9-FD9D2E3B2C5E}"/>
              </a:ext>
            </a:extLst>
          </p:cNvPr>
          <p:cNvSpPr>
            <a:spLocks noGrp="1"/>
          </p:cNvSpPr>
          <p:nvPr/>
        </p:nvSpPr>
        <p:spPr>
          <a:xfrm>
            <a:off x="6415888" y="2121408"/>
            <a:ext cx="5135728" cy="1051560"/>
          </a:xfrm>
          <a:prstGeom prst="roundRect">
            <a:avLst>
              <a:gd name="adj" fmla="val 8696"/>
            </a:avLst>
          </a:prstGeom>
          <a:solidFill>
            <a:srgbClr val="2C7E82"/>
          </a:solidFill>
        </p:spPr>
        <p:txBody>
          <a:bodyPr/>
          <a:lstStyle/>
          <a:p>
            <a:endParaRPr lang="ko-KR" altLang="en-US"/>
          </a:p>
        </p:txBody>
      </p:sp>
      <p:sp>
        <p:nvSpPr>
          <p:cNvPr id="22" name="Shape 19">
            <a:extLst>
              <a:ext uri="{FF2B5EF4-FFF2-40B4-BE49-F238E27FC236}">
                <a16:creationId xmlns:a16="http://schemas.microsoft.com/office/drawing/2014/main" id="{48026A48-CB0C-43E9-9F09-948252C1A0F5}"/>
              </a:ext>
            </a:extLst>
          </p:cNvPr>
          <p:cNvSpPr>
            <a:spLocks noGrp="1"/>
          </p:cNvSpPr>
          <p:nvPr/>
        </p:nvSpPr>
        <p:spPr>
          <a:xfrm>
            <a:off x="6415888" y="2670048"/>
            <a:ext cx="5135728" cy="502920"/>
          </a:xfrm>
          <a:prstGeom prst="rect">
            <a:avLst/>
          </a:prstGeom>
          <a:solidFill>
            <a:srgbClr val="2C7E82"/>
          </a:solidFill>
        </p:spPr>
        <p:txBody>
          <a:bodyPr/>
          <a:lstStyle/>
          <a:p>
            <a:endParaRPr lang="ko-KR" altLang="en-US"/>
          </a:p>
        </p:txBody>
      </p:sp>
      <p:sp>
        <p:nvSpPr>
          <p:cNvPr id="23" name="Shape 20">
            <a:extLst>
              <a:ext uri="{FF2B5EF4-FFF2-40B4-BE49-F238E27FC236}">
                <a16:creationId xmlns:a16="http://schemas.microsoft.com/office/drawing/2014/main" id="{9BBB02C9-DE14-428B-91DC-B32597AC53CE}"/>
              </a:ext>
            </a:extLst>
          </p:cNvPr>
          <p:cNvSpPr>
            <a:spLocks noGrp="1"/>
          </p:cNvSpPr>
          <p:nvPr/>
        </p:nvSpPr>
        <p:spPr>
          <a:xfrm>
            <a:off x="6735928" y="2359152"/>
            <a:ext cx="585216" cy="585216"/>
          </a:xfrm>
          <a:prstGeom prst="ellipse">
            <a:avLst/>
          </a:prstGeom>
          <a:solidFill>
            <a:srgbClr val="FFFFFF"/>
          </a:solidFill>
        </p:spPr>
        <p:txBody>
          <a:bodyPr/>
          <a:lstStyle/>
          <a:p>
            <a:endParaRPr lang="ko-KR" altLang="en-US"/>
          </a:p>
        </p:txBody>
      </p:sp>
      <p:sp>
        <p:nvSpPr>
          <p:cNvPr id="25" name="Text 21">
            <a:extLst>
              <a:ext uri="{FF2B5EF4-FFF2-40B4-BE49-F238E27FC236}">
                <a16:creationId xmlns:a16="http://schemas.microsoft.com/office/drawing/2014/main" id="{9C6EE343-A332-4DBD-9C81-0E8079A5E969}"/>
              </a:ext>
            </a:extLst>
          </p:cNvPr>
          <p:cNvSpPr>
            <a:spLocks noGrp="1"/>
          </p:cNvSpPr>
          <p:nvPr/>
        </p:nvSpPr>
        <p:spPr>
          <a:xfrm>
            <a:off x="7513168" y="2322576"/>
            <a:ext cx="2392528" cy="274320"/>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1000" b="1" spc="200">
                <a:solidFill>
                  <a:srgbClr val="83CCD2"/>
                </a:solidFill>
                <a:latin typeface="Noto Sans KR"/>
                <a:ea typeface="Noto Sans KR"/>
                <a:cs typeface="Noto Sans KR"/>
              </a:rPr>
              <a:t>운영 판단의 신호</a:t>
            </a:r>
            <a:endParaRPr sz="1000"/>
          </a:p>
        </p:txBody>
      </p:sp>
      <p:sp>
        <p:nvSpPr>
          <p:cNvPr id="26" name="Text 22">
            <a:extLst>
              <a:ext uri="{FF2B5EF4-FFF2-40B4-BE49-F238E27FC236}">
                <a16:creationId xmlns:a16="http://schemas.microsoft.com/office/drawing/2014/main" id="{FCAC88EB-E608-4FE3-860A-48791B7B4B6D}"/>
              </a:ext>
            </a:extLst>
          </p:cNvPr>
          <p:cNvSpPr>
            <a:spLocks noGrp="1"/>
          </p:cNvSpPr>
          <p:nvPr/>
        </p:nvSpPr>
        <p:spPr>
          <a:xfrm>
            <a:off x="7513168" y="2560320"/>
            <a:ext cx="2392528" cy="411480"/>
          </a:xfrm>
          <a:prstGeom prst="rect">
            <a:avLst/>
          </a:prstGeom>
          <a:noFill/>
        </p:spPr>
        <p:txBody>
          <a:bodyPr wrap="square" lIns="0" tIns="0" rIns="0" bIns="0" anchor="ctr">
            <a:noAutofit/>
          </a:bodyPr>
          <a:lstStyle/>
          <a:p>
            <a:pPr marL="0" indent="0">
              <a:lnSpc>
                <a:spcPct val="115000"/>
              </a:lnSpc>
              <a:buNone/>
              <a:defRPr sz="2100" b="1">
                <a:solidFill>
                  <a:srgbClr val="FFFFFF"/>
                </a:solidFill>
                <a:latin typeface="Noto Sans KR"/>
                <a:ea typeface="Noto Sans KR"/>
                <a:cs typeface="Noto Sans KR"/>
              </a:defRPr>
            </a:pPr>
            <a:r>
              <a:rPr sz="2100" b="1">
                <a:solidFill>
                  <a:srgbClr val="FFFFFF"/>
                </a:solidFill>
                <a:latin typeface="Noto Sans KR"/>
                <a:ea typeface="Noto Sans KR"/>
                <a:cs typeface="Noto Sans KR"/>
              </a:rPr>
              <a:t>완성 − 일정</a:t>
            </a:r>
            <a:endParaRPr sz="2000"/>
          </a:p>
        </p:txBody>
      </p:sp>
      <p:sp>
        <p:nvSpPr>
          <p:cNvPr id="27" name="Text 23">
            <a:extLst>
              <a:ext uri="{FF2B5EF4-FFF2-40B4-BE49-F238E27FC236}">
                <a16:creationId xmlns:a16="http://schemas.microsoft.com/office/drawing/2014/main" id="{161F049E-4AAC-493A-AEBB-C084F4110A9A}"/>
              </a:ext>
            </a:extLst>
          </p:cNvPr>
          <p:cNvSpPr>
            <a:spLocks noGrp="1"/>
          </p:cNvSpPr>
          <p:nvPr/>
        </p:nvSpPr>
        <p:spPr>
          <a:xfrm>
            <a:off x="9402775" y="2121408"/>
            <a:ext cx="1965960" cy="1051560"/>
          </a:xfrm>
          <a:prstGeom prst="rect">
            <a:avLst/>
          </a:prstGeom>
          <a:noFill/>
        </p:spPr>
        <p:txBody>
          <a:bodyPr wrap="square" lIns="0" tIns="0" rIns="0" bIns="0" anchor="ctr">
            <a:noAutofit/>
          </a:bodyPr>
          <a:lstStyle/>
          <a:p>
            <a:pPr marL="0" indent="0" algn="r">
              <a:lnSpc>
                <a:spcPct val="115000"/>
              </a:lnSpc>
              <a:buNone/>
            </a:pPr>
            <a:endParaRPr sz="1300"/>
          </a:p>
        </p:txBody>
      </p:sp>
      <p:pic>
        <p:nvPicPr>
          <p:cNvPr id="79" name="Image 2"/>
          <p:cNvPicPr>
            <a:picLocks noChangeAspect="1"/>
          </p:cNvPicPr>
          <p:nvPr/>
        </p:nvPicPr>
        <p:blipFill>
          <a:blip r:embed="rId4"/>
          <a:stretch>
            <a:fillRect/>
          </a:stretch>
        </p:blipFill>
        <p:spPr>
          <a:xfrm>
            <a:off x="640080" y="6419088"/>
            <a:ext cx="786384" cy="180137"/>
          </a:xfrm>
          <a:prstGeom prst="rect">
            <a:avLst/>
          </a:prstGeom>
        </p:spPr>
      </p:pic>
      <p:sp>
        <p:nvSpPr>
          <p:cNvPr id="36" name="Text 31">
            <a:extLst>
              <a:ext uri="{FF2B5EF4-FFF2-40B4-BE49-F238E27FC236}">
                <a16:creationId xmlns:a16="http://schemas.microsoft.com/office/drawing/2014/main" id="{4291D02C-3C7D-4269-8D03-E4C8351D0905}"/>
              </a:ext>
            </a:extLst>
          </p:cNvPr>
          <p:cNvSpPr>
            <a:spLocks noGrp="1"/>
          </p:cNvSpPr>
          <p:nvPr/>
        </p:nvSpPr>
        <p:spPr>
          <a:xfrm>
            <a:off x="1600200" y="6391656"/>
            <a:ext cx="5943600" cy="256032"/>
          </a:xfrm>
          <a:prstGeom prst="rect">
            <a:avLst/>
          </a:prstGeom>
          <a:noFill/>
        </p:spPr>
        <p:txBody>
          <a:bodyPr wrap="square" lIns="0" tIns="0" rIns="0" bIns="0" anchor="ctr"/>
          <a:lstStyle/>
          <a:p>
            <a:pPr marL="0" indent="0">
              <a:lnSpc>
                <a:spcPct val="115000"/>
              </a:lnSpc>
              <a:buNone/>
            </a:pPr>
            <a:r>
              <a:rPr sz="850" spc="100">
                <a:solidFill>
                  <a:srgbClr val="5B6A6C"/>
                </a:solidFill>
                <a:latin typeface="Noto Sans KR"/>
                <a:ea typeface="Noto Sans KR"/>
                <a:cs typeface="Noto Sans KR"/>
              </a:rPr>
              <a:t>Moves Workforce  ·  PRODUCT INTRODUCTION</a:t>
            </a:r>
            <a:endParaRPr sz="850"/>
          </a:p>
        </p:txBody>
      </p:sp>
      <p:sp>
        <p:nvSpPr>
          <p:cNvPr id="37" name="Text 32">
            <a:extLst>
              <a:ext uri="{FF2B5EF4-FFF2-40B4-BE49-F238E27FC236}">
                <a16:creationId xmlns:a16="http://schemas.microsoft.com/office/drawing/2014/main" id="{37AA2063-6F2E-43CD-9BDF-C4460C60A4D6}"/>
              </a:ext>
            </a:extLst>
          </p:cNvPr>
          <p:cNvSpPr>
            <a:spLocks noGrp="1"/>
          </p:cNvSpPr>
          <p:nvPr/>
        </p:nvSpPr>
        <p:spPr>
          <a:xfrm>
            <a:off x="10088575" y="6391656"/>
            <a:ext cx="1463040" cy="256032"/>
          </a:xfrm>
          <a:prstGeom prst="rect">
            <a:avLst/>
          </a:prstGeom>
          <a:noFill/>
        </p:spPr>
        <p:txBody>
          <a:bodyPr wrap="square" lIns="0" tIns="0" rIns="0" bIns="0" anchor="ctr"/>
          <a:lstStyle/>
          <a:p>
            <a:pPr marL="0" indent="0" algn="r">
              <a:lnSpc>
                <a:spcPct val="115000"/>
              </a:lnSpc>
              <a:buNone/>
              <a:defRPr sz="900">
                <a:latin typeface="Noto Sans KR"/>
                <a:ea typeface="Noto Sans KR"/>
                <a:cs typeface="Noto Sans KR"/>
              </a:defRPr>
            </a:pPr>
            <a:r>
              <a:rPr sz="900" spc="100">
                <a:solidFill>
                  <a:srgbClr val="5B6A6C"/>
                </a:solidFill>
                <a:latin typeface="Noto Sans KR"/>
                <a:ea typeface="Noto Sans KR"/>
                <a:cs typeface="Noto Sans KR"/>
              </a:rPr>
              <a:t>03 / 12</a:t>
            </a:r>
            <a:endParaRPr sz="850"/>
          </a:p>
        </p:txBody>
      </p:sp>
      <p:sp>
        <p:nvSpPr>
          <p:cNvPr id="41" name="직사각형 40">
            <a:extLst>
              <a:ext uri="{FF2B5EF4-FFF2-40B4-BE49-F238E27FC236}">
                <a16:creationId xmlns:a16="http://schemas.microsoft.com/office/drawing/2014/main" id="{A023F0E6-AE7B-4005-8B15-22EE3EB75ABD}"/>
              </a:ext>
            </a:extLst>
          </p:cNvPr>
          <p:cNvSpPr>
            <a:spLocks noGrp="1"/>
          </p:cNvSpPr>
          <p:nvPr/>
        </p:nvSpPr>
        <p:spPr>
          <a:xfrm>
            <a:off x="942975" y="3390900"/>
            <a:ext cx="714375" cy="371475"/>
          </a:xfrm>
          <a:prstGeom prst="rect">
            <a:avLst/>
          </a:prstGeom>
          <a:noFill/>
          <a:ln w="0">
            <a:noFill/>
          </a:ln>
        </p:spPr>
        <p:txBody>
          <a:bodyPr>
            <a:noAutofit/>
          </a:bodyPr>
          <a:lstStyle/>
          <a:p>
            <a:pPr>
              <a:lnSpc>
                <a:spcPct val="115000"/>
              </a:lnSpc>
              <a:buNone/>
              <a:defRPr sz="1800" b="1">
                <a:solidFill>
                  <a:srgbClr val="172A2D"/>
                </a:solidFill>
                <a:latin typeface="Noto Sans KR"/>
                <a:ea typeface="Noto Sans KR"/>
                <a:cs typeface="Noto Sans KR"/>
              </a:defRPr>
            </a:pPr>
            <a:r>
              <a:rPr sz="1800" b="1">
                <a:solidFill>
                  <a:srgbClr val="172A2D"/>
                </a:solidFill>
                <a:latin typeface="Noto Sans KR"/>
                <a:ea typeface="Noto Sans KR"/>
                <a:cs typeface="Noto Sans KR"/>
              </a:rPr>
              <a:t>일정</a:t>
            </a:r>
          </a:p>
        </p:txBody>
      </p:sp>
      <p:sp>
        <p:nvSpPr>
          <p:cNvPr id="42" name="직사각형 41">
            <a:extLst>
              <a:ext uri="{FF2B5EF4-FFF2-40B4-BE49-F238E27FC236}">
                <a16:creationId xmlns:a16="http://schemas.microsoft.com/office/drawing/2014/main" id="{B945941E-8AA0-47A8-82B5-EF7BC3A7110E}"/>
              </a:ext>
            </a:extLst>
          </p:cNvPr>
          <p:cNvSpPr>
            <a:spLocks noGrp="1"/>
          </p:cNvSpPr>
          <p:nvPr/>
        </p:nvSpPr>
        <p:spPr>
          <a:xfrm>
            <a:off x="1714500" y="3476625"/>
            <a:ext cx="2828925" cy="209550"/>
          </a:xfrm>
          <a:prstGeom prst="rect">
            <a:avLst/>
          </a:prstGeom>
          <a:solidFill>
            <a:srgbClr val="E6F0F2"/>
          </a:solidFill>
          <a:ln w="0">
            <a:noFill/>
          </a:ln>
        </p:spPr>
        <p:txBody>
          <a:bodyPr/>
          <a:lstStyle/>
          <a:p>
            <a:endParaRPr lang="ko-KR" altLang="en-US"/>
          </a:p>
        </p:txBody>
      </p:sp>
      <p:sp>
        <p:nvSpPr>
          <p:cNvPr id="43" name="직사각형 42">
            <a:extLst>
              <a:ext uri="{FF2B5EF4-FFF2-40B4-BE49-F238E27FC236}">
                <a16:creationId xmlns:a16="http://schemas.microsoft.com/office/drawing/2014/main" id="{87CA0180-5FB0-40E7-B54E-B689FCDFA8A4}"/>
              </a:ext>
            </a:extLst>
          </p:cNvPr>
          <p:cNvSpPr>
            <a:spLocks noGrp="1"/>
          </p:cNvSpPr>
          <p:nvPr/>
        </p:nvSpPr>
        <p:spPr>
          <a:xfrm>
            <a:off x="1714500" y="3476625"/>
            <a:ext cx="1923669" cy="209550"/>
          </a:xfrm>
          <a:prstGeom prst="rect">
            <a:avLst/>
          </a:prstGeom>
          <a:solidFill>
            <a:srgbClr val="247C85"/>
          </a:solidFill>
          <a:ln w="0">
            <a:noFill/>
          </a:ln>
        </p:spPr>
        <p:txBody>
          <a:bodyPr/>
          <a:lstStyle/>
          <a:p>
            <a:endParaRPr lang="ko-KR" altLang="en-US"/>
          </a:p>
        </p:txBody>
      </p:sp>
      <p:sp>
        <p:nvSpPr>
          <p:cNvPr id="44" name="직사각형 43">
            <a:extLst>
              <a:ext uri="{FF2B5EF4-FFF2-40B4-BE49-F238E27FC236}">
                <a16:creationId xmlns:a16="http://schemas.microsoft.com/office/drawing/2014/main" id="{A2560D45-F37E-4E0C-8749-6FE93223FEDA}"/>
              </a:ext>
            </a:extLst>
          </p:cNvPr>
          <p:cNvSpPr>
            <a:spLocks noGrp="1"/>
          </p:cNvSpPr>
          <p:nvPr/>
        </p:nvSpPr>
        <p:spPr>
          <a:xfrm>
            <a:off x="4600575" y="3381375"/>
            <a:ext cx="1019175" cy="428625"/>
          </a:xfrm>
          <a:prstGeom prst="rect">
            <a:avLst/>
          </a:prstGeom>
          <a:noFill/>
          <a:ln w="0">
            <a:noFill/>
          </a:ln>
        </p:spPr>
        <p:txBody>
          <a:bodyPr>
            <a:noAutofit/>
          </a:bodyPr>
          <a:lstStyle/>
          <a:p>
            <a:pPr>
              <a:lnSpc>
                <a:spcPct val="115000"/>
              </a:lnSpc>
              <a:buNone/>
              <a:defRPr sz="2025" b="1">
                <a:solidFill>
                  <a:srgbClr val="247C85"/>
                </a:solidFill>
                <a:latin typeface="Noto Sans KR"/>
                <a:ea typeface="Noto Sans KR"/>
                <a:cs typeface="Noto Sans KR"/>
              </a:defRPr>
            </a:pPr>
            <a:r>
              <a:rPr sz="2025" b="1">
                <a:solidFill>
                  <a:srgbClr val="247C85"/>
                </a:solidFill>
                <a:latin typeface="Noto Sans KR"/>
                <a:ea typeface="Noto Sans KR"/>
                <a:cs typeface="Noto Sans KR"/>
              </a:rPr>
              <a:t>68.0%</a:t>
            </a:r>
          </a:p>
        </p:txBody>
      </p:sp>
      <p:sp>
        <p:nvSpPr>
          <p:cNvPr id="45" name="직사각형 44">
            <a:extLst>
              <a:ext uri="{FF2B5EF4-FFF2-40B4-BE49-F238E27FC236}">
                <a16:creationId xmlns:a16="http://schemas.microsoft.com/office/drawing/2014/main" id="{88D0D95D-3EBB-4452-BAC3-06434DE57EBB}"/>
              </a:ext>
            </a:extLst>
          </p:cNvPr>
          <p:cNvSpPr>
            <a:spLocks noGrp="1"/>
          </p:cNvSpPr>
          <p:nvPr/>
        </p:nvSpPr>
        <p:spPr>
          <a:xfrm>
            <a:off x="942975" y="4191000"/>
            <a:ext cx="714375" cy="371475"/>
          </a:xfrm>
          <a:prstGeom prst="rect">
            <a:avLst/>
          </a:prstGeom>
          <a:noFill/>
          <a:ln w="0">
            <a:noFill/>
          </a:ln>
        </p:spPr>
        <p:txBody>
          <a:bodyPr>
            <a:noAutofit/>
          </a:bodyPr>
          <a:lstStyle/>
          <a:p>
            <a:pPr>
              <a:lnSpc>
                <a:spcPct val="115000"/>
              </a:lnSpc>
              <a:buNone/>
              <a:defRPr sz="1800" b="1">
                <a:solidFill>
                  <a:srgbClr val="172A2D"/>
                </a:solidFill>
                <a:latin typeface="Noto Sans KR"/>
                <a:ea typeface="Noto Sans KR"/>
                <a:cs typeface="Noto Sans KR"/>
              </a:defRPr>
            </a:pPr>
            <a:r>
              <a:rPr sz="1800" b="1">
                <a:solidFill>
                  <a:srgbClr val="172A2D"/>
                </a:solidFill>
                <a:latin typeface="Noto Sans KR"/>
                <a:ea typeface="Noto Sans KR"/>
                <a:cs typeface="Noto Sans KR"/>
              </a:rPr>
              <a:t>완성</a:t>
            </a:r>
          </a:p>
        </p:txBody>
      </p:sp>
      <p:sp>
        <p:nvSpPr>
          <p:cNvPr id="46" name="직사각형 45">
            <a:extLst>
              <a:ext uri="{FF2B5EF4-FFF2-40B4-BE49-F238E27FC236}">
                <a16:creationId xmlns:a16="http://schemas.microsoft.com/office/drawing/2014/main" id="{FEB7421D-6A90-4AB8-A49D-C959044BDA72}"/>
              </a:ext>
            </a:extLst>
          </p:cNvPr>
          <p:cNvSpPr>
            <a:spLocks noGrp="1"/>
          </p:cNvSpPr>
          <p:nvPr/>
        </p:nvSpPr>
        <p:spPr>
          <a:xfrm>
            <a:off x="1714500" y="4276725"/>
            <a:ext cx="2828925" cy="209550"/>
          </a:xfrm>
          <a:prstGeom prst="rect">
            <a:avLst/>
          </a:prstGeom>
          <a:solidFill>
            <a:srgbClr val="E6F0F2"/>
          </a:solidFill>
          <a:ln w="0">
            <a:noFill/>
          </a:ln>
        </p:spPr>
        <p:txBody>
          <a:bodyPr/>
          <a:lstStyle/>
          <a:p>
            <a:endParaRPr lang="ko-KR" altLang="en-US"/>
          </a:p>
        </p:txBody>
      </p:sp>
      <p:sp>
        <p:nvSpPr>
          <p:cNvPr id="47" name="직사각형 46">
            <a:extLst>
              <a:ext uri="{FF2B5EF4-FFF2-40B4-BE49-F238E27FC236}">
                <a16:creationId xmlns:a16="http://schemas.microsoft.com/office/drawing/2014/main" id="{DE412E45-4FAB-480B-8FE5-B59E0928E6F7}"/>
              </a:ext>
            </a:extLst>
          </p:cNvPr>
          <p:cNvSpPr>
            <a:spLocks noGrp="1"/>
          </p:cNvSpPr>
          <p:nvPr/>
        </p:nvSpPr>
        <p:spPr>
          <a:xfrm>
            <a:off x="1714500" y="4276725"/>
            <a:ext cx="1572882" cy="209550"/>
          </a:xfrm>
          <a:prstGeom prst="rect">
            <a:avLst/>
          </a:prstGeom>
          <a:solidFill>
            <a:srgbClr val="83CCD2"/>
          </a:solidFill>
          <a:ln w="0">
            <a:noFill/>
          </a:ln>
        </p:spPr>
        <p:txBody>
          <a:bodyPr/>
          <a:lstStyle/>
          <a:p>
            <a:endParaRPr lang="ko-KR" altLang="en-US"/>
          </a:p>
        </p:txBody>
      </p:sp>
      <p:sp>
        <p:nvSpPr>
          <p:cNvPr id="48" name="직사각형 47">
            <a:extLst>
              <a:ext uri="{FF2B5EF4-FFF2-40B4-BE49-F238E27FC236}">
                <a16:creationId xmlns:a16="http://schemas.microsoft.com/office/drawing/2014/main" id="{23AECF80-A8BA-4ED7-BF73-552712480727}"/>
              </a:ext>
            </a:extLst>
          </p:cNvPr>
          <p:cNvSpPr>
            <a:spLocks noGrp="1"/>
          </p:cNvSpPr>
          <p:nvPr/>
        </p:nvSpPr>
        <p:spPr>
          <a:xfrm>
            <a:off x="4600575" y="4181475"/>
            <a:ext cx="1019175" cy="428625"/>
          </a:xfrm>
          <a:prstGeom prst="rect">
            <a:avLst/>
          </a:prstGeom>
          <a:noFill/>
          <a:ln w="0">
            <a:noFill/>
          </a:ln>
        </p:spPr>
        <p:txBody>
          <a:bodyPr>
            <a:noAutofit/>
          </a:bodyPr>
          <a:lstStyle/>
          <a:p>
            <a:pPr>
              <a:lnSpc>
                <a:spcPct val="115000"/>
              </a:lnSpc>
              <a:buNone/>
              <a:defRPr sz="2025" b="1">
                <a:solidFill>
                  <a:srgbClr val="247C85"/>
                </a:solidFill>
                <a:latin typeface="Noto Sans KR"/>
                <a:ea typeface="Noto Sans KR"/>
                <a:cs typeface="Noto Sans KR"/>
              </a:defRPr>
            </a:pPr>
            <a:r>
              <a:rPr sz="2025" b="1">
                <a:solidFill>
                  <a:srgbClr val="247C85"/>
                </a:solidFill>
                <a:latin typeface="Noto Sans KR"/>
                <a:ea typeface="Noto Sans KR"/>
                <a:cs typeface="Noto Sans KR"/>
              </a:rPr>
              <a:t>55.6%</a:t>
            </a:r>
          </a:p>
        </p:txBody>
      </p:sp>
      <p:sp>
        <p:nvSpPr>
          <p:cNvPr id="49" name="직사각형 48">
            <a:extLst>
              <a:ext uri="{FF2B5EF4-FFF2-40B4-BE49-F238E27FC236}">
                <a16:creationId xmlns:a16="http://schemas.microsoft.com/office/drawing/2014/main" id="{B5E1FBF9-08C3-46BE-A09E-0661C7478D2B}"/>
              </a:ext>
            </a:extLst>
          </p:cNvPr>
          <p:cNvSpPr>
            <a:spLocks noGrp="1"/>
          </p:cNvSpPr>
          <p:nvPr/>
        </p:nvSpPr>
        <p:spPr>
          <a:xfrm>
            <a:off x="942975" y="4991100"/>
            <a:ext cx="714375" cy="371475"/>
          </a:xfrm>
          <a:prstGeom prst="rect">
            <a:avLst/>
          </a:prstGeom>
          <a:noFill/>
          <a:ln w="0">
            <a:noFill/>
          </a:ln>
        </p:spPr>
        <p:txBody>
          <a:bodyPr>
            <a:noAutofit/>
          </a:bodyPr>
          <a:lstStyle/>
          <a:p>
            <a:pPr>
              <a:lnSpc>
                <a:spcPct val="115000"/>
              </a:lnSpc>
              <a:buNone/>
              <a:defRPr sz="1800" b="1">
                <a:solidFill>
                  <a:srgbClr val="172A2D"/>
                </a:solidFill>
                <a:latin typeface="Noto Sans KR"/>
                <a:ea typeface="Noto Sans KR"/>
                <a:cs typeface="Noto Sans KR"/>
              </a:defRPr>
            </a:pPr>
            <a:r>
              <a:rPr sz="1800" b="1">
                <a:solidFill>
                  <a:srgbClr val="172A2D"/>
                </a:solidFill>
                <a:latin typeface="Noto Sans KR"/>
                <a:ea typeface="Noto Sans KR"/>
                <a:cs typeface="Noto Sans KR"/>
              </a:rPr>
              <a:t>공수</a:t>
            </a:r>
          </a:p>
        </p:txBody>
      </p:sp>
      <p:sp>
        <p:nvSpPr>
          <p:cNvPr id="50" name="직사각형 49">
            <a:extLst>
              <a:ext uri="{FF2B5EF4-FFF2-40B4-BE49-F238E27FC236}">
                <a16:creationId xmlns:a16="http://schemas.microsoft.com/office/drawing/2014/main" id="{CF35E9D8-1667-450E-8163-492CE8CC27E8}"/>
              </a:ext>
            </a:extLst>
          </p:cNvPr>
          <p:cNvSpPr>
            <a:spLocks noGrp="1"/>
          </p:cNvSpPr>
          <p:nvPr/>
        </p:nvSpPr>
        <p:spPr>
          <a:xfrm>
            <a:off x="1714500" y="5076825"/>
            <a:ext cx="2828925" cy="209550"/>
          </a:xfrm>
          <a:prstGeom prst="rect">
            <a:avLst/>
          </a:prstGeom>
          <a:solidFill>
            <a:srgbClr val="E6F0F2"/>
          </a:solidFill>
          <a:ln w="0">
            <a:noFill/>
          </a:ln>
        </p:spPr>
        <p:txBody>
          <a:bodyPr/>
          <a:lstStyle/>
          <a:p>
            <a:endParaRPr lang="ko-KR" altLang="en-US"/>
          </a:p>
        </p:txBody>
      </p:sp>
      <p:sp>
        <p:nvSpPr>
          <p:cNvPr id="51" name="직사각형 50">
            <a:extLst>
              <a:ext uri="{FF2B5EF4-FFF2-40B4-BE49-F238E27FC236}">
                <a16:creationId xmlns:a16="http://schemas.microsoft.com/office/drawing/2014/main" id="{50A3A791-7CF6-4E75-865A-6007305B4123}"/>
              </a:ext>
            </a:extLst>
          </p:cNvPr>
          <p:cNvSpPr>
            <a:spLocks noGrp="1"/>
          </p:cNvSpPr>
          <p:nvPr/>
        </p:nvSpPr>
        <p:spPr>
          <a:xfrm>
            <a:off x="1714500" y="5076825"/>
            <a:ext cx="2297087" cy="209550"/>
          </a:xfrm>
          <a:prstGeom prst="rect">
            <a:avLst/>
          </a:prstGeom>
          <a:solidFill>
            <a:srgbClr val="172A2D"/>
          </a:solidFill>
          <a:ln w="0">
            <a:noFill/>
          </a:ln>
        </p:spPr>
        <p:txBody>
          <a:bodyPr/>
          <a:lstStyle/>
          <a:p>
            <a:endParaRPr lang="ko-KR" altLang="en-US"/>
          </a:p>
        </p:txBody>
      </p:sp>
      <p:sp>
        <p:nvSpPr>
          <p:cNvPr id="52" name="직사각형 51">
            <a:extLst>
              <a:ext uri="{FF2B5EF4-FFF2-40B4-BE49-F238E27FC236}">
                <a16:creationId xmlns:a16="http://schemas.microsoft.com/office/drawing/2014/main" id="{068C6DA7-6CC8-4414-875D-40C38FA8084C}"/>
              </a:ext>
            </a:extLst>
          </p:cNvPr>
          <p:cNvSpPr>
            <a:spLocks noGrp="1"/>
          </p:cNvSpPr>
          <p:nvPr/>
        </p:nvSpPr>
        <p:spPr>
          <a:xfrm>
            <a:off x="4600575" y="4981575"/>
            <a:ext cx="1019175" cy="428625"/>
          </a:xfrm>
          <a:prstGeom prst="rect">
            <a:avLst/>
          </a:prstGeom>
          <a:noFill/>
          <a:ln w="0">
            <a:noFill/>
          </a:ln>
        </p:spPr>
        <p:txBody>
          <a:bodyPr>
            <a:noAutofit/>
          </a:bodyPr>
          <a:lstStyle/>
          <a:p>
            <a:pPr>
              <a:lnSpc>
                <a:spcPct val="115000"/>
              </a:lnSpc>
              <a:buNone/>
              <a:defRPr sz="2025" b="1">
                <a:solidFill>
                  <a:srgbClr val="247C85"/>
                </a:solidFill>
                <a:latin typeface="Noto Sans KR"/>
                <a:ea typeface="Noto Sans KR"/>
                <a:cs typeface="Noto Sans KR"/>
              </a:defRPr>
            </a:pPr>
            <a:r>
              <a:rPr sz="2025" b="1">
                <a:solidFill>
                  <a:srgbClr val="247C85"/>
                </a:solidFill>
                <a:latin typeface="Noto Sans KR"/>
                <a:ea typeface="Noto Sans KR"/>
                <a:cs typeface="Noto Sans KR"/>
              </a:rPr>
              <a:t>81.2%</a:t>
            </a:r>
          </a:p>
        </p:txBody>
      </p:sp>
      <p:sp>
        <p:nvSpPr>
          <p:cNvPr id="53" name="직사각형 52">
            <a:extLst>
              <a:ext uri="{FF2B5EF4-FFF2-40B4-BE49-F238E27FC236}">
                <a16:creationId xmlns:a16="http://schemas.microsoft.com/office/drawing/2014/main" id="{08BEB342-BD8B-40F8-B2DB-4BD15E947407}"/>
              </a:ext>
            </a:extLst>
          </p:cNvPr>
          <p:cNvSpPr>
            <a:spLocks noGrp="1"/>
          </p:cNvSpPr>
          <p:nvPr/>
        </p:nvSpPr>
        <p:spPr>
          <a:xfrm>
            <a:off x="952500" y="5762625"/>
            <a:ext cx="4581525" cy="352425"/>
          </a:xfrm>
          <a:prstGeom prst="rect">
            <a:avLst/>
          </a:prstGeom>
          <a:noFill/>
          <a:ln w="0">
            <a:noFill/>
          </a:ln>
        </p:spPr>
        <p:txBody>
          <a:bodyPr>
            <a:noAutofit/>
          </a:bodyPr>
          <a:lstStyle/>
          <a:p>
            <a:pPr>
              <a:lnSpc>
                <a:spcPct val="115000"/>
              </a:lnSpc>
              <a:buNone/>
              <a:defRPr sz="1425" b="0">
                <a:solidFill>
                  <a:srgbClr val="5B6A6C"/>
                </a:solidFill>
                <a:latin typeface="Noto Sans KR"/>
                <a:ea typeface="Noto Sans KR"/>
                <a:cs typeface="Noto Sans KR"/>
              </a:defRPr>
            </a:pPr>
            <a:r>
              <a:rPr sz="1425" b="0">
                <a:solidFill>
                  <a:srgbClr val="5B6A6C"/>
                </a:solidFill>
                <a:latin typeface="Noto Sans KR"/>
                <a:ea typeface="Noto Sans KR"/>
                <a:cs typeface="Noto Sans KR"/>
              </a:rPr>
              <a:t>세 지표를 평균 내어 종합 진척률을 만들지 않습니다.</a:t>
            </a:r>
          </a:p>
        </p:txBody>
      </p:sp>
      <p:sp>
        <p:nvSpPr>
          <p:cNvPr id="54" name="직사각형 53">
            <a:extLst>
              <a:ext uri="{FF2B5EF4-FFF2-40B4-BE49-F238E27FC236}">
                <a16:creationId xmlns:a16="http://schemas.microsoft.com/office/drawing/2014/main" id="{8A9AADFF-6A18-4001-BC6A-1E73D32591BA}"/>
              </a:ext>
            </a:extLst>
          </p:cNvPr>
          <p:cNvSpPr>
            <a:spLocks noGrp="1"/>
          </p:cNvSpPr>
          <p:nvPr/>
        </p:nvSpPr>
        <p:spPr>
          <a:xfrm>
            <a:off x="6819900" y="3343275"/>
            <a:ext cx="4257675" cy="800100"/>
          </a:xfrm>
          <a:prstGeom prst="rect">
            <a:avLst/>
          </a:prstGeom>
          <a:noFill/>
          <a:ln w="0">
            <a:noFill/>
          </a:ln>
        </p:spPr>
        <p:txBody>
          <a:bodyPr>
            <a:noAutofit/>
          </a:bodyPr>
          <a:lstStyle/>
          <a:p>
            <a:pPr>
              <a:lnSpc>
                <a:spcPct val="115000"/>
              </a:lnSpc>
              <a:buNone/>
              <a:defRPr sz="4575" b="1">
                <a:solidFill>
                  <a:srgbClr val="247C85"/>
                </a:solidFill>
                <a:latin typeface="Noto Sans KR"/>
                <a:ea typeface="Noto Sans KR"/>
                <a:cs typeface="Noto Sans KR"/>
              </a:defRPr>
            </a:pPr>
            <a:r>
              <a:rPr sz="4575" b="1">
                <a:solidFill>
                  <a:srgbClr val="247C85"/>
                </a:solidFill>
                <a:latin typeface="Noto Sans KR"/>
                <a:ea typeface="Noto Sans KR"/>
                <a:cs typeface="Noto Sans KR"/>
              </a:rPr>
              <a:t>−12.4%p</a:t>
            </a:r>
          </a:p>
        </p:txBody>
      </p:sp>
      <p:sp>
        <p:nvSpPr>
          <p:cNvPr id="55" name="직사각형 54">
            <a:extLst>
              <a:ext uri="{FF2B5EF4-FFF2-40B4-BE49-F238E27FC236}">
                <a16:creationId xmlns:a16="http://schemas.microsoft.com/office/drawing/2014/main" id="{9278E5D9-F39E-4B5D-AE2B-06C41F5E6677}"/>
              </a:ext>
            </a:extLst>
          </p:cNvPr>
          <p:cNvSpPr>
            <a:spLocks noGrp="1"/>
          </p:cNvSpPr>
          <p:nvPr/>
        </p:nvSpPr>
        <p:spPr>
          <a:xfrm>
            <a:off x="6819900" y="4257675"/>
            <a:ext cx="4257675" cy="428625"/>
          </a:xfrm>
          <a:prstGeom prst="rect">
            <a:avLst/>
          </a:prstGeom>
          <a:noFill/>
          <a:ln w="0">
            <a:noFill/>
          </a:ln>
        </p:spPr>
        <p:txBody>
          <a:bodyPr>
            <a:noAutofit/>
          </a:bodyPr>
          <a:lstStyle/>
          <a:p>
            <a:pPr>
              <a:lnSpc>
                <a:spcPct val="115000"/>
              </a:lnSpc>
              <a:buNone/>
              <a:defRPr sz="2025" b="1">
                <a:solidFill>
                  <a:srgbClr val="172A2D"/>
                </a:solidFill>
                <a:latin typeface="Noto Sans KR"/>
                <a:ea typeface="Noto Sans KR"/>
                <a:cs typeface="Noto Sans KR"/>
              </a:defRPr>
            </a:pPr>
            <a:r>
              <a:rPr sz="2025" b="1">
                <a:solidFill>
                  <a:srgbClr val="172A2D"/>
                </a:solidFill>
                <a:latin typeface="Noto Sans KR"/>
                <a:ea typeface="Noto Sans KR"/>
                <a:cs typeface="Noto Sans KR"/>
              </a:rPr>
              <a:t>완성이 일정에 뒤처진 상황</a:t>
            </a:r>
          </a:p>
        </p:txBody>
      </p:sp>
      <p:sp>
        <p:nvSpPr>
          <p:cNvPr id="56" name="직사각형 55">
            <a:extLst>
              <a:ext uri="{FF2B5EF4-FFF2-40B4-BE49-F238E27FC236}">
                <a16:creationId xmlns:a16="http://schemas.microsoft.com/office/drawing/2014/main" id="{7DA1EFF0-A32A-4B5B-9A6F-9C7681F06E52}"/>
              </a:ext>
            </a:extLst>
          </p:cNvPr>
          <p:cNvSpPr>
            <a:spLocks noGrp="1"/>
          </p:cNvSpPr>
          <p:nvPr/>
        </p:nvSpPr>
        <p:spPr>
          <a:xfrm>
            <a:off x="6819900" y="4819650"/>
            <a:ext cx="4257675" cy="828675"/>
          </a:xfrm>
          <a:prstGeom prst="rect">
            <a:avLst/>
          </a:prstGeom>
          <a:noFill/>
          <a:ln w="0">
            <a:noFill/>
          </a:ln>
        </p:spPr>
        <p:txBody>
          <a:bodyPr>
            <a:noAutofit/>
          </a:bodyPr>
          <a:lstStyle/>
          <a:p>
            <a:pPr>
              <a:lnSpc>
                <a:spcPct val="115000"/>
              </a:lnSpc>
              <a:buNone/>
              <a:defRPr sz="2025" b="0">
                <a:solidFill>
                  <a:srgbClr val="172A2D"/>
                </a:solidFill>
                <a:latin typeface="Noto Sans KR"/>
                <a:ea typeface="Noto Sans KR"/>
                <a:cs typeface="Noto Sans KR"/>
              </a:defRPr>
            </a:pPr>
            <a:r>
              <a:rPr sz="2025" b="0">
                <a:solidFill>
                  <a:srgbClr val="172A2D"/>
                </a:solidFill>
                <a:latin typeface="Noto Sans KR"/>
                <a:ea typeface="Noto Sans KR"/>
                <a:cs typeface="Noto Sans KR"/>
              </a:rPr>
              <a:t>작업 범위·추정 공수·병목을</a:t>
            </a:r>
          </a:p>
          <a:p>
            <a:pPr>
              <a:lnSpc>
                <a:spcPct val="115000"/>
              </a:lnSpc>
              <a:buNone/>
              <a:defRPr sz="2025" b="0">
                <a:solidFill>
                  <a:srgbClr val="172A2D"/>
                </a:solidFill>
                <a:latin typeface="Noto Sans KR"/>
                <a:ea typeface="Noto Sans KR"/>
                <a:cs typeface="Noto Sans KR"/>
              </a:defRPr>
            </a:pPr>
            <a:r>
              <a:rPr sz="2025" b="0">
                <a:solidFill>
                  <a:srgbClr val="172A2D"/>
                </a:solidFill>
                <a:latin typeface="Noto Sans KR"/>
                <a:ea typeface="Noto Sans KR"/>
                <a:cs typeface="Noto Sans KR"/>
              </a:rPr>
              <a:t>점검할 근거로 사용합니다.</a:t>
            </a:r>
          </a:p>
        </p:txBody>
      </p:sp>
      <p:sp>
        <p:nvSpPr>
          <p:cNvPr id="57" name="직사각형 56">
            <a:extLst>
              <a:ext uri="{FF2B5EF4-FFF2-40B4-BE49-F238E27FC236}">
                <a16:creationId xmlns:a16="http://schemas.microsoft.com/office/drawing/2014/main" id="{3B5B38A8-5BBA-45FD-888E-509A238C445B}"/>
              </a:ext>
            </a:extLst>
          </p:cNvPr>
          <p:cNvSpPr>
            <a:spLocks noGrp="1"/>
          </p:cNvSpPr>
          <p:nvPr/>
        </p:nvSpPr>
        <p:spPr>
          <a:xfrm>
            <a:off x="6829425" y="5743575"/>
            <a:ext cx="4257675" cy="304800"/>
          </a:xfrm>
          <a:prstGeom prst="rect">
            <a:avLst/>
          </a:prstGeom>
          <a:noFill/>
          <a:ln w="0">
            <a:noFill/>
          </a:ln>
        </p:spPr>
        <p:txBody>
          <a:bodyPr>
            <a:noAutofit/>
          </a:bodyPr>
          <a:lstStyle/>
          <a:p>
            <a:pPr>
              <a:lnSpc>
                <a:spcPct val="115000"/>
              </a:lnSpc>
              <a:buNone/>
              <a:defRPr sz="1425" b="1">
                <a:solidFill>
                  <a:srgbClr val="9C5F22"/>
                </a:solidFill>
                <a:latin typeface="Noto Sans KR"/>
                <a:ea typeface="Noto Sans KR"/>
                <a:cs typeface="Noto Sans KR"/>
              </a:defRPr>
            </a:pPr>
            <a:r>
              <a:rPr sz="1425" b="1">
                <a:solidFill>
                  <a:srgbClr val="9C5F22"/>
                </a:solidFill>
                <a:latin typeface="Noto Sans KR"/>
                <a:ea typeface="Noto Sans KR"/>
                <a:cs typeface="Noto Sans KR"/>
              </a:rPr>
              <a:t>설명용 예시 — 실제 고객 데이터 아님</a:t>
            </a:r>
          </a:p>
        </p:txBody>
      </p:sp>
      <p:sp>
        <p:nvSpPr>
          <p:cNvPr id="60" name="직사각형 59">
            <a:extLst>
              <a:ext uri="{FF2B5EF4-FFF2-40B4-BE49-F238E27FC236}">
                <a16:creationId xmlns:a16="http://schemas.microsoft.com/office/drawing/2014/main" id="{D0CB162C-5DB4-4BB1-8B8A-8B7DA280A391}"/>
              </a:ext>
            </a:extLst>
          </p:cNvPr>
          <p:cNvSpPr>
            <a:spLocks noGrp="1"/>
          </p:cNvSpPr>
          <p:nvPr/>
        </p:nvSpPr>
        <p:spPr>
          <a:xfrm>
            <a:off x="6829425" y="2390775"/>
            <a:ext cx="428625" cy="495300"/>
          </a:xfrm>
          <a:prstGeom prst="rect">
            <a:avLst/>
          </a:prstGeom>
          <a:noFill/>
          <a:ln w="0">
            <a:noFill/>
          </a:ln>
        </p:spPr>
        <p:txBody>
          <a:bodyPr/>
          <a:lstStyle/>
          <a:p>
            <a:pPr algn="ctr">
              <a:defRPr sz="2625" b="1">
                <a:solidFill>
                  <a:srgbClr val="247C85"/>
                </a:solidFill>
                <a:latin typeface="Noto Sans KR"/>
                <a:ea typeface="Noto Sans KR"/>
                <a:cs typeface="Noto Sans KR"/>
              </a:defRPr>
            </a:pPr>
            <a:r>
              <a:rPr sz="2625" b="1">
                <a:solidFill>
                  <a:srgbClr val="247C85"/>
                </a:solidFill>
                <a:latin typeface="Noto Sans KR"/>
                <a:ea typeface="Noto Sans KR"/>
                <a:cs typeface="Noto Sans KR"/>
              </a:rPr>
              <a:t>Δ</a:t>
            </a:r>
          </a:p>
        </p:txBody>
      </p:sp>
    </p:spTree>
    <p:extLst>
      <p:ext uri="{BB962C8B-B14F-4D97-AF65-F5344CB8AC3E}">
        <p14:creationId xmlns:p14="http://schemas.microsoft.com/office/powerpoint/2010/main" val="9033067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EF0F681-56AD-45F4-B9E3-A9599B3C1C48}"/>
              </a:ext>
            </a:extLst>
          </p:cNvPr>
          <p:cNvSpPr>
            <a:spLocks noGrp="1"/>
          </p:cNvSpPr>
          <p:nvPr/>
        </p:nvSpPr>
        <p:spPr>
          <a:xfrm>
            <a:off x="640080" y="475488"/>
            <a:ext cx="8138160" cy="274320"/>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1100" b="1" spc="300">
                <a:solidFill>
                  <a:srgbClr val="3B9DA1"/>
                </a:solidFill>
                <a:latin typeface="Noto Sans KR"/>
                <a:ea typeface="Noto Sans KR"/>
                <a:cs typeface="Noto Sans KR"/>
              </a:rPr>
              <a:t>PRODUCT OVERVIEW · 업무 기록과 운영 기준</a:t>
            </a:r>
            <a:endParaRPr sz="1100"/>
          </a:p>
        </p:txBody>
      </p:sp>
      <p:sp>
        <p:nvSpPr>
          <p:cNvPr id="3" name="Text 1">
            <a:extLst>
              <a:ext uri="{FF2B5EF4-FFF2-40B4-BE49-F238E27FC236}">
                <a16:creationId xmlns:a16="http://schemas.microsoft.com/office/drawing/2014/main" id="{C742441F-DEF3-4768-BF3C-94A4ECADDA6C}"/>
              </a:ext>
            </a:extLst>
          </p:cNvPr>
          <p:cNvSpPr>
            <a:spLocks noGrp="1"/>
          </p:cNvSpPr>
          <p:nvPr/>
        </p:nvSpPr>
        <p:spPr>
          <a:xfrm>
            <a:off x="640080" y="749808"/>
            <a:ext cx="10515600" cy="685800"/>
          </a:xfrm>
          <a:prstGeom prst="rect">
            <a:avLst/>
          </a:prstGeom>
          <a:noFill/>
        </p:spPr>
        <p:txBody>
          <a:bodyPr wrap="square" lIns="0" tIns="0" rIns="0" bIns="0" anchor="t">
            <a:noAutofit/>
          </a:bodyPr>
          <a:lstStyle/>
          <a:p>
            <a:pPr marL="0" indent="0">
              <a:lnSpc>
                <a:spcPct val="115000"/>
              </a:lnSpc>
              <a:buNone/>
              <a:defRPr sz="2850" b="1">
                <a:solidFill>
                  <a:srgbClr val="172A2D"/>
                </a:solidFill>
                <a:latin typeface="Noto Sans KR"/>
                <a:ea typeface="Noto Sans KR"/>
                <a:cs typeface="Noto Sans KR"/>
              </a:defRPr>
            </a:pPr>
            <a:r>
              <a:rPr sz="2850" b="1">
                <a:solidFill>
                  <a:srgbClr val="172A2D"/>
                </a:solidFill>
                <a:latin typeface="Noto Sans KR"/>
                <a:ea typeface="Noto Sans KR"/>
                <a:cs typeface="Noto Sans KR"/>
              </a:rPr>
              <a:t>Jira 기록에 조직의 운영 기준을 연결합니다</a:t>
            </a:r>
            <a:endParaRPr sz="2700"/>
          </a:p>
        </p:txBody>
      </p:sp>
      <p:sp>
        <p:nvSpPr>
          <p:cNvPr id="4" name="Text 2">
            <a:extLst>
              <a:ext uri="{FF2B5EF4-FFF2-40B4-BE49-F238E27FC236}">
                <a16:creationId xmlns:a16="http://schemas.microsoft.com/office/drawing/2014/main" id="{2F8201D8-7CD9-4FC1-BC5E-FBC1047E7216}"/>
              </a:ext>
            </a:extLst>
          </p:cNvPr>
          <p:cNvSpPr>
            <a:spLocks noGrp="1"/>
          </p:cNvSpPr>
          <p:nvPr/>
        </p:nvSpPr>
        <p:spPr>
          <a:xfrm>
            <a:off x="640080" y="1572768"/>
            <a:ext cx="10881360" cy="365760"/>
          </a:xfrm>
          <a:prstGeom prst="rect">
            <a:avLst/>
          </a:prstGeom>
          <a:noFill/>
        </p:spPr>
        <p:txBody>
          <a:bodyPr wrap="square" lIns="0" tIns="0" rIns="0" bIns="0" anchor="ctr">
            <a:noAutofit/>
          </a:bodyPr>
          <a:lstStyle/>
          <a:p>
            <a:pPr marL="0" indent="0">
              <a:lnSpc>
                <a:spcPct val="115000"/>
              </a:lnSpc>
              <a:buNone/>
              <a:defRPr sz="1875">
                <a:latin typeface="Noto Sans KR"/>
                <a:ea typeface="Noto Sans KR"/>
                <a:cs typeface="Noto Sans KR"/>
              </a:defRPr>
            </a:pPr>
            <a:r>
              <a:rPr sz="1875">
                <a:solidFill>
                  <a:srgbClr val="5B6A6C"/>
                </a:solidFill>
                <a:latin typeface="Noto Sans KR"/>
                <a:ea typeface="Noto Sans KR"/>
                <a:cs typeface="Noto Sans KR"/>
              </a:rPr>
              <a:t>Moves Workforce는 Atlassian Jira Cloud용 Forge 앱입니다.</a:t>
            </a:r>
            <a:endParaRPr sz="1200"/>
          </a:p>
        </p:txBody>
      </p:sp>
      <p:sp>
        <p:nvSpPr>
          <p:cNvPr id="5" name="Shape 3">
            <a:extLst>
              <a:ext uri="{FF2B5EF4-FFF2-40B4-BE49-F238E27FC236}">
                <a16:creationId xmlns:a16="http://schemas.microsoft.com/office/drawing/2014/main" id="{AF0363C4-6E44-4845-B790-041D9683DD33}"/>
              </a:ext>
            </a:extLst>
          </p:cNvPr>
          <p:cNvSpPr>
            <a:spLocks noGrp="1"/>
          </p:cNvSpPr>
          <p:nvPr/>
        </p:nvSpPr>
        <p:spPr>
          <a:xfrm>
            <a:off x="640080" y="2148840"/>
            <a:ext cx="5181448" cy="2148840"/>
          </a:xfrm>
          <a:prstGeom prst="roundRect">
            <a:avLst>
              <a:gd name="adj" fmla="val 3830"/>
            </a:avLst>
          </a:prstGeom>
          <a:solidFill>
            <a:srgbClr val="EBF6F7"/>
          </a:solidFill>
          <a:ln w="15875">
            <a:solidFill>
              <a:srgbClr val="2C7E82"/>
            </a:solidFill>
            <a:prstDash val="solid"/>
          </a:ln>
        </p:spPr>
        <p:txBody>
          <a:bodyPr/>
          <a:lstStyle/>
          <a:p>
            <a:endParaRPr lang="ko-KR" altLang="en-US"/>
          </a:p>
        </p:txBody>
      </p:sp>
      <p:sp>
        <p:nvSpPr>
          <p:cNvPr id="6" name="Text 4">
            <a:extLst>
              <a:ext uri="{FF2B5EF4-FFF2-40B4-BE49-F238E27FC236}">
                <a16:creationId xmlns:a16="http://schemas.microsoft.com/office/drawing/2014/main" id="{2BF1C9F9-7EB0-4ED1-B797-E2BDE1AAAE1E}"/>
              </a:ext>
            </a:extLst>
          </p:cNvPr>
          <p:cNvSpPr>
            <a:spLocks noGrp="1"/>
          </p:cNvSpPr>
          <p:nvPr/>
        </p:nvSpPr>
        <p:spPr>
          <a:xfrm>
            <a:off x="914400" y="2331720"/>
            <a:ext cx="4632808" cy="320040"/>
          </a:xfrm>
          <a:prstGeom prst="rect">
            <a:avLst/>
          </a:prstGeom>
          <a:noFill/>
        </p:spPr>
        <p:txBody>
          <a:bodyPr wrap="square" lIns="0" tIns="0" rIns="0" bIns="0" anchor="ctr">
            <a:noAutofit/>
          </a:bodyPr>
          <a:lstStyle/>
          <a:p>
            <a:pPr marL="0" indent="0">
              <a:lnSpc>
                <a:spcPct val="115000"/>
              </a:lnSpc>
              <a:buNone/>
              <a:defRPr sz="2025" b="1">
                <a:solidFill>
                  <a:srgbClr val="247C85"/>
                </a:solidFill>
                <a:latin typeface="Noto Sans KR"/>
                <a:ea typeface="Noto Sans KR"/>
                <a:cs typeface="Noto Sans KR"/>
              </a:defRPr>
            </a:pPr>
            <a:r>
              <a:rPr sz="2025" b="1">
                <a:solidFill>
                  <a:srgbClr val="247C85"/>
                </a:solidFill>
                <a:latin typeface="Noto Sans KR"/>
                <a:ea typeface="Noto Sans KR"/>
                <a:cs typeface="Noto Sans KR"/>
              </a:rPr>
              <a:t>Jira의 업무 기록</a:t>
            </a:r>
            <a:endParaRPr sz="1300"/>
          </a:p>
        </p:txBody>
      </p:sp>
      <p:sp>
        <p:nvSpPr>
          <p:cNvPr id="7" name="Shape 5">
            <a:extLst>
              <a:ext uri="{FF2B5EF4-FFF2-40B4-BE49-F238E27FC236}">
                <a16:creationId xmlns:a16="http://schemas.microsoft.com/office/drawing/2014/main" id="{999865CA-71C8-45CA-A6CF-ADBD0EB087F0}"/>
              </a:ext>
            </a:extLst>
          </p:cNvPr>
          <p:cNvSpPr>
            <a:spLocks noGrp="1"/>
          </p:cNvSpPr>
          <p:nvPr/>
        </p:nvSpPr>
        <p:spPr>
          <a:xfrm>
            <a:off x="960120" y="2926080"/>
            <a:ext cx="1554480" cy="960120"/>
          </a:xfrm>
          <a:prstGeom prst="roundRect">
            <a:avLst>
              <a:gd name="adj" fmla="val 5714"/>
            </a:avLst>
          </a:prstGeom>
          <a:solidFill>
            <a:srgbClr val="FFFFFF"/>
          </a:solidFill>
          <a:ln w="12700">
            <a:solidFill>
              <a:srgbClr val="5B6A6C"/>
            </a:solidFill>
            <a:prstDash val="dash"/>
          </a:ln>
        </p:spPr>
        <p:txBody>
          <a:bodyPr/>
          <a:lstStyle/>
          <a:p>
            <a:endParaRPr lang="ko-KR" altLang="en-US"/>
          </a:p>
        </p:txBody>
      </p:sp>
      <p:sp>
        <p:nvSpPr>
          <p:cNvPr id="8" name="Text 6">
            <a:extLst>
              <a:ext uri="{FF2B5EF4-FFF2-40B4-BE49-F238E27FC236}">
                <a16:creationId xmlns:a16="http://schemas.microsoft.com/office/drawing/2014/main" id="{B9C00BFA-5E85-4012-A686-168BCE5A9646}"/>
              </a:ext>
            </a:extLst>
          </p:cNvPr>
          <p:cNvSpPr>
            <a:spLocks noGrp="1"/>
          </p:cNvSpPr>
          <p:nvPr/>
        </p:nvSpPr>
        <p:spPr>
          <a:xfrm>
            <a:off x="960120" y="2990088"/>
            <a:ext cx="1554480" cy="228600"/>
          </a:xfrm>
          <a:prstGeom prst="rect">
            <a:avLst/>
          </a:prstGeom>
          <a:noFill/>
        </p:spPr>
        <p:txBody>
          <a:bodyPr wrap="square" lIns="0" tIns="0" rIns="0" bIns="0" anchor="ctr">
            <a:noAutofit/>
          </a:bodyPr>
          <a:lstStyle/>
          <a:p>
            <a:pPr marL="0" indent="0" algn="ctr">
              <a:lnSpc>
                <a:spcPct val="115000"/>
              </a:lnSpc>
              <a:buNone/>
              <a:defRPr>
                <a:latin typeface="Noto Sans KR"/>
                <a:ea typeface="Noto Sans KR"/>
                <a:cs typeface="Noto Sans KR"/>
              </a:defRPr>
            </a:pPr>
            <a:r>
              <a:rPr sz="800">
                <a:solidFill>
                  <a:srgbClr val="5B6A6C"/>
                </a:solidFill>
                <a:latin typeface="Noto Sans KR"/>
                <a:ea typeface="Noto Sans KR"/>
                <a:cs typeface="Noto Sans KR"/>
              </a:rPr>
              <a:t>원본 데이터</a:t>
            </a:r>
            <a:endParaRPr sz="800"/>
          </a:p>
        </p:txBody>
      </p:sp>
      <p:sp>
        <p:nvSpPr>
          <p:cNvPr id="9" name="Shape 7">
            <a:extLst>
              <a:ext uri="{FF2B5EF4-FFF2-40B4-BE49-F238E27FC236}">
                <a16:creationId xmlns:a16="http://schemas.microsoft.com/office/drawing/2014/main" id="{3E1EAB80-3B53-4DEC-849A-5FEF7822742B}"/>
              </a:ext>
            </a:extLst>
          </p:cNvPr>
          <p:cNvSpPr>
            <a:spLocks noGrp="1"/>
          </p:cNvSpPr>
          <p:nvPr/>
        </p:nvSpPr>
        <p:spPr>
          <a:xfrm>
            <a:off x="1188720" y="3246120"/>
            <a:ext cx="1097280" cy="502920"/>
          </a:xfrm>
          <a:prstGeom prst="roundRect">
            <a:avLst>
              <a:gd name="adj" fmla="val 9091"/>
            </a:avLst>
          </a:prstGeom>
          <a:solidFill>
            <a:srgbClr val="D6EEF0"/>
          </a:solidFill>
        </p:spPr>
        <p:txBody>
          <a:bodyPr/>
          <a:lstStyle/>
          <a:p>
            <a:endParaRPr lang="ko-KR" altLang="en-US"/>
          </a:p>
        </p:txBody>
      </p:sp>
      <p:sp>
        <p:nvSpPr>
          <p:cNvPr id="10" name="Text 8">
            <a:extLst>
              <a:ext uri="{FF2B5EF4-FFF2-40B4-BE49-F238E27FC236}">
                <a16:creationId xmlns:a16="http://schemas.microsoft.com/office/drawing/2014/main" id="{8665B9F5-EE1E-477E-AAB6-971A8ADF6056}"/>
              </a:ext>
            </a:extLst>
          </p:cNvPr>
          <p:cNvSpPr>
            <a:spLocks noGrp="1"/>
          </p:cNvSpPr>
          <p:nvPr/>
        </p:nvSpPr>
        <p:spPr>
          <a:xfrm>
            <a:off x="1188720" y="3246120"/>
            <a:ext cx="1097280" cy="502920"/>
          </a:xfrm>
          <a:prstGeom prst="rect">
            <a:avLst/>
          </a:prstGeom>
          <a:noFill/>
        </p:spPr>
        <p:txBody>
          <a:bodyPr wrap="square" lIns="0" tIns="0" rIns="0" bIns="0" anchor="ctr">
            <a:noAutofit/>
          </a:bodyPr>
          <a:lstStyle/>
          <a:p>
            <a:pPr marL="0" indent="0" algn="ctr">
              <a:lnSpc>
                <a:spcPct val="115000"/>
              </a:lnSpc>
              <a:buNone/>
              <a:defRPr>
                <a:latin typeface="Noto Sans KR"/>
                <a:ea typeface="Noto Sans KR"/>
                <a:cs typeface="Noto Sans KR"/>
              </a:defRPr>
            </a:pPr>
            <a:r>
              <a:rPr sz="1100" b="1">
                <a:solidFill>
                  <a:srgbClr val="2C7E82"/>
                </a:solidFill>
                <a:latin typeface="Noto Sans KR"/>
                <a:ea typeface="Noto Sans KR"/>
                <a:cs typeface="Noto Sans KR"/>
              </a:rPr>
              <a:t>이슈</a:t>
            </a:r>
            <a:endParaRPr sz="1100"/>
          </a:p>
        </p:txBody>
      </p:sp>
      <p:sp>
        <p:nvSpPr>
          <p:cNvPr id="11" name="Text 9">
            <a:extLst>
              <a:ext uri="{FF2B5EF4-FFF2-40B4-BE49-F238E27FC236}">
                <a16:creationId xmlns:a16="http://schemas.microsoft.com/office/drawing/2014/main" id="{C16CF152-B494-41D3-BC93-049844D2B7F6}"/>
              </a:ext>
            </a:extLst>
          </p:cNvPr>
          <p:cNvSpPr>
            <a:spLocks noGrp="1"/>
          </p:cNvSpPr>
          <p:nvPr/>
        </p:nvSpPr>
        <p:spPr>
          <a:xfrm>
            <a:off x="2468880" y="3246120"/>
            <a:ext cx="548640" cy="502920"/>
          </a:xfrm>
          <a:prstGeom prst="rect">
            <a:avLst/>
          </a:prstGeom>
          <a:noFill/>
        </p:spPr>
        <p:txBody>
          <a:bodyPr wrap="square" lIns="0" tIns="0" rIns="0" bIns="0" anchor="ctr">
            <a:noAutofit/>
          </a:bodyPr>
          <a:lstStyle/>
          <a:p>
            <a:pPr marL="0" indent="0" algn="ctr">
              <a:lnSpc>
                <a:spcPct val="115000"/>
              </a:lnSpc>
              <a:buNone/>
              <a:defRPr>
                <a:latin typeface="Noto Sans KR"/>
                <a:ea typeface="Noto Sans KR"/>
                <a:cs typeface="Noto Sans KR"/>
              </a:defRPr>
            </a:pPr>
            <a:r>
              <a:rPr sz="2200" b="1">
                <a:solidFill>
                  <a:srgbClr val="247C85"/>
                </a:solidFill>
                <a:latin typeface="Noto Sans KR"/>
                <a:ea typeface="Noto Sans KR"/>
                <a:cs typeface="Noto Sans KR"/>
              </a:rPr>
              <a:t>+</a:t>
            </a:r>
            <a:endParaRPr sz="2200"/>
          </a:p>
        </p:txBody>
      </p:sp>
      <p:sp>
        <p:nvSpPr>
          <p:cNvPr id="12" name="Shape 10">
            <a:extLst>
              <a:ext uri="{FF2B5EF4-FFF2-40B4-BE49-F238E27FC236}">
                <a16:creationId xmlns:a16="http://schemas.microsoft.com/office/drawing/2014/main" id="{F15EB897-8FF6-4DF0-B46C-FCD2FD6F6E68}"/>
              </a:ext>
            </a:extLst>
          </p:cNvPr>
          <p:cNvSpPr>
            <a:spLocks noGrp="1"/>
          </p:cNvSpPr>
          <p:nvPr/>
        </p:nvSpPr>
        <p:spPr>
          <a:xfrm>
            <a:off x="2971800" y="3172968"/>
            <a:ext cx="1417320" cy="658368"/>
          </a:xfrm>
          <a:prstGeom prst="roundRect">
            <a:avLst>
              <a:gd name="adj" fmla="val 8333"/>
            </a:avLst>
          </a:prstGeom>
          <a:solidFill>
            <a:srgbClr val="83CCD2"/>
          </a:solidFill>
        </p:spPr>
        <p:txBody>
          <a:bodyPr/>
          <a:lstStyle/>
          <a:p>
            <a:endParaRPr lang="ko-KR" altLang="en-US"/>
          </a:p>
        </p:txBody>
      </p:sp>
      <p:sp>
        <p:nvSpPr>
          <p:cNvPr id="13" name="Text 11">
            <a:extLst>
              <a:ext uri="{FF2B5EF4-FFF2-40B4-BE49-F238E27FC236}">
                <a16:creationId xmlns:a16="http://schemas.microsoft.com/office/drawing/2014/main" id="{4AD0D2F4-44D8-4EAE-9A6C-056E94DE204B}"/>
              </a:ext>
            </a:extLst>
          </p:cNvPr>
          <p:cNvSpPr>
            <a:spLocks noGrp="1"/>
          </p:cNvSpPr>
          <p:nvPr/>
        </p:nvSpPr>
        <p:spPr>
          <a:xfrm>
            <a:off x="2971800" y="3172968"/>
            <a:ext cx="1417320" cy="658368"/>
          </a:xfrm>
          <a:prstGeom prst="rect">
            <a:avLst/>
          </a:prstGeom>
          <a:noFill/>
        </p:spPr>
        <p:txBody>
          <a:bodyPr wrap="square" lIns="0" tIns="0" rIns="0" bIns="0" anchor="ctr">
            <a:noAutofit/>
          </a:bodyPr>
          <a:lstStyle/>
          <a:p>
            <a:pPr marL="0" indent="0" algn="ctr">
              <a:lnSpc>
                <a:spcPct val="115000"/>
              </a:lnSpc>
              <a:buNone/>
              <a:defRPr>
                <a:latin typeface="Noto Sans KR"/>
                <a:ea typeface="Noto Sans KR"/>
                <a:cs typeface="Noto Sans KR"/>
              </a:defRPr>
            </a:pPr>
            <a:r>
              <a:rPr sz="1050" b="1">
                <a:solidFill>
                  <a:srgbClr val="247C85"/>
                </a:solidFill>
                <a:latin typeface="Noto Sans KR"/>
                <a:ea typeface="Noto Sans KR"/>
                <a:cs typeface="Noto Sans KR"/>
              </a:rPr>
              <a:t>워크로그</a:t>
            </a:r>
            <a:endParaRPr sz="1050"/>
          </a:p>
        </p:txBody>
      </p:sp>
      <p:sp>
        <p:nvSpPr>
          <p:cNvPr id="14" name="Text 12">
            <a:extLst>
              <a:ext uri="{FF2B5EF4-FFF2-40B4-BE49-F238E27FC236}">
                <a16:creationId xmlns:a16="http://schemas.microsoft.com/office/drawing/2014/main" id="{7429CAF3-3114-4386-96EC-D24BE7E3D4C9}"/>
              </a:ext>
            </a:extLst>
          </p:cNvPr>
          <p:cNvSpPr>
            <a:spLocks noGrp="1"/>
          </p:cNvSpPr>
          <p:nvPr/>
        </p:nvSpPr>
        <p:spPr>
          <a:xfrm>
            <a:off x="914400" y="3943350"/>
            <a:ext cx="4632808" cy="285750"/>
          </a:xfrm>
          <a:prstGeom prst="rect">
            <a:avLst/>
          </a:prstGeom>
          <a:noFill/>
        </p:spPr>
        <p:txBody>
          <a:bodyPr wrap="square" lIns="0" tIns="0" rIns="0" bIns="0" anchor="t">
            <a:noAutofit/>
          </a:bodyPr>
          <a:lstStyle/>
          <a:p>
            <a:pPr marL="0" indent="0">
              <a:lnSpc>
                <a:spcPct val="115000"/>
              </a:lnSpc>
              <a:buNone/>
              <a:defRPr sz="1725">
                <a:latin typeface="Noto Sans KR"/>
                <a:ea typeface="Noto Sans KR"/>
                <a:cs typeface="Noto Sans KR"/>
              </a:defRPr>
            </a:pPr>
            <a:r>
              <a:rPr sz="1575">
                <a:solidFill>
                  <a:srgbClr val="247C85"/>
                </a:solidFill>
                <a:latin typeface="Noto Sans KR"/>
                <a:ea typeface="Noto Sans KR"/>
                <a:cs typeface="Noto Sans KR"/>
              </a:rPr>
              <a:t>작업 상태 · 계획 공수 · 기록 시간</a:t>
            </a:r>
            <a:endParaRPr sz="950"/>
          </a:p>
        </p:txBody>
      </p:sp>
      <p:sp>
        <p:nvSpPr>
          <p:cNvPr id="15" name="Shape 13">
            <a:extLst>
              <a:ext uri="{FF2B5EF4-FFF2-40B4-BE49-F238E27FC236}">
                <a16:creationId xmlns:a16="http://schemas.microsoft.com/office/drawing/2014/main" id="{3D24E529-757F-4D40-AEAF-A377A6F7E5B0}"/>
              </a:ext>
            </a:extLst>
          </p:cNvPr>
          <p:cNvSpPr>
            <a:spLocks noGrp="1"/>
          </p:cNvSpPr>
          <p:nvPr/>
        </p:nvSpPr>
        <p:spPr>
          <a:xfrm>
            <a:off x="6370168" y="2148840"/>
            <a:ext cx="5181448" cy="2148840"/>
          </a:xfrm>
          <a:prstGeom prst="roundRect">
            <a:avLst>
              <a:gd name="adj" fmla="val 3830"/>
            </a:avLst>
          </a:prstGeom>
          <a:solidFill>
            <a:srgbClr val="EBF6F7"/>
          </a:solidFill>
          <a:ln w="19050">
            <a:solidFill>
              <a:srgbClr val="2C7E82"/>
            </a:solidFill>
            <a:prstDash val="solid"/>
          </a:ln>
        </p:spPr>
        <p:txBody>
          <a:bodyPr/>
          <a:lstStyle/>
          <a:p>
            <a:endParaRPr lang="ko-KR" altLang="en-US"/>
          </a:p>
        </p:txBody>
      </p:sp>
      <p:sp>
        <p:nvSpPr>
          <p:cNvPr id="16" name="Text 14">
            <a:extLst>
              <a:ext uri="{FF2B5EF4-FFF2-40B4-BE49-F238E27FC236}">
                <a16:creationId xmlns:a16="http://schemas.microsoft.com/office/drawing/2014/main" id="{86A99BD8-F9F6-4961-AF86-BD0F307DDDBF}"/>
              </a:ext>
            </a:extLst>
          </p:cNvPr>
          <p:cNvSpPr>
            <a:spLocks noGrp="1"/>
          </p:cNvSpPr>
          <p:nvPr/>
        </p:nvSpPr>
        <p:spPr>
          <a:xfrm>
            <a:off x="6644488" y="2331720"/>
            <a:ext cx="4632808" cy="320040"/>
          </a:xfrm>
          <a:prstGeom prst="rect">
            <a:avLst/>
          </a:prstGeom>
          <a:noFill/>
        </p:spPr>
        <p:txBody>
          <a:bodyPr wrap="square" lIns="0" tIns="0" rIns="0" bIns="0" anchor="ctr">
            <a:noAutofit/>
          </a:bodyPr>
          <a:lstStyle/>
          <a:p>
            <a:pPr marL="0" indent="0">
              <a:lnSpc>
                <a:spcPct val="115000"/>
              </a:lnSpc>
              <a:buNone/>
              <a:defRPr sz="2025" b="1">
                <a:solidFill>
                  <a:srgbClr val="247C85"/>
                </a:solidFill>
                <a:latin typeface="Noto Sans KR"/>
                <a:ea typeface="Noto Sans KR"/>
                <a:cs typeface="Noto Sans KR"/>
              </a:defRPr>
            </a:pPr>
            <a:r>
              <a:rPr sz="2025" b="1">
                <a:solidFill>
                  <a:srgbClr val="247C85"/>
                </a:solidFill>
                <a:latin typeface="Noto Sans KR"/>
                <a:ea typeface="Noto Sans KR"/>
                <a:cs typeface="Noto Sans KR"/>
              </a:rPr>
              <a:t>조직의 운영 기준</a:t>
            </a:r>
            <a:endParaRPr sz="1300"/>
          </a:p>
        </p:txBody>
      </p:sp>
      <p:sp>
        <p:nvSpPr>
          <p:cNvPr id="17" name="Shape 15">
            <a:extLst>
              <a:ext uri="{FF2B5EF4-FFF2-40B4-BE49-F238E27FC236}">
                <a16:creationId xmlns:a16="http://schemas.microsoft.com/office/drawing/2014/main" id="{D80D297C-0288-433B-99BE-0674510ED29D}"/>
              </a:ext>
            </a:extLst>
          </p:cNvPr>
          <p:cNvSpPr>
            <a:spLocks noGrp="1"/>
          </p:cNvSpPr>
          <p:nvPr/>
        </p:nvSpPr>
        <p:spPr>
          <a:xfrm>
            <a:off x="6690208" y="2880360"/>
            <a:ext cx="4541368" cy="1005840"/>
          </a:xfrm>
          <a:prstGeom prst="roundRect">
            <a:avLst>
              <a:gd name="adj" fmla="val 5455"/>
            </a:avLst>
          </a:prstGeom>
          <a:solidFill>
            <a:srgbClr val="FFFFFF"/>
          </a:solidFill>
          <a:ln w="19050">
            <a:solidFill>
              <a:srgbClr val="2C7E82"/>
            </a:solidFill>
            <a:prstDash val="solid"/>
          </a:ln>
        </p:spPr>
        <p:txBody>
          <a:bodyPr/>
          <a:lstStyle/>
          <a:p>
            <a:endParaRPr lang="ko-KR" altLang="en-US"/>
          </a:p>
        </p:txBody>
      </p:sp>
      <p:sp>
        <p:nvSpPr>
          <p:cNvPr id="18" name="Text 16">
            <a:extLst>
              <a:ext uri="{FF2B5EF4-FFF2-40B4-BE49-F238E27FC236}">
                <a16:creationId xmlns:a16="http://schemas.microsoft.com/office/drawing/2014/main" id="{B245FF36-4A1A-46FC-96F2-2A81CEB7E3C5}"/>
              </a:ext>
            </a:extLst>
          </p:cNvPr>
          <p:cNvSpPr>
            <a:spLocks noGrp="1"/>
          </p:cNvSpPr>
          <p:nvPr/>
        </p:nvSpPr>
        <p:spPr>
          <a:xfrm>
            <a:off x="6690208" y="2935224"/>
            <a:ext cx="4541368" cy="219456"/>
          </a:xfrm>
          <a:prstGeom prst="rect">
            <a:avLst/>
          </a:prstGeom>
          <a:noFill/>
        </p:spPr>
        <p:txBody>
          <a:bodyPr wrap="square" lIns="0" tIns="0" rIns="0" bIns="0" anchor="ctr">
            <a:noAutofit/>
          </a:bodyPr>
          <a:lstStyle/>
          <a:p>
            <a:pPr marL="0" indent="0" algn="ctr">
              <a:lnSpc>
                <a:spcPct val="115000"/>
              </a:lnSpc>
              <a:buNone/>
              <a:defRPr>
                <a:latin typeface="Noto Sans KR"/>
                <a:ea typeface="Noto Sans KR"/>
                <a:cs typeface="Noto Sans KR"/>
              </a:defRPr>
            </a:pPr>
            <a:r>
              <a:rPr sz="800" b="1">
                <a:solidFill>
                  <a:srgbClr val="2C7E82"/>
                </a:solidFill>
                <a:latin typeface="Noto Sans KR"/>
                <a:ea typeface="Noto Sans KR"/>
                <a:cs typeface="Noto Sans KR"/>
              </a:rPr>
              <a:t>Moves Workforce</a:t>
            </a:r>
            <a:endParaRPr sz="800"/>
          </a:p>
        </p:txBody>
      </p:sp>
      <p:sp>
        <p:nvSpPr>
          <p:cNvPr id="19" name="Shape 17">
            <a:extLst>
              <a:ext uri="{FF2B5EF4-FFF2-40B4-BE49-F238E27FC236}">
                <a16:creationId xmlns:a16="http://schemas.microsoft.com/office/drawing/2014/main" id="{326C5048-0BB7-4E7C-B499-807E530306FA}"/>
              </a:ext>
            </a:extLst>
          </p:cNvPr>
          <p:cNvSpPr>
            <a:spLocks noGrp="1"/>
          </p:cNvSpPr>
          <p:nvPr/>
        </p:nvSpPr>
        <p:spPr>
          <a:xfrm>
            <a:off x="6964528" y="3227832"/>
            <a:ext cx="1371600" cy="548640"/>
          </a:xfrm>
          <a:prstGeom prst="roundRect">
            <a:avLst>
              <a:gd name="adj" fmla="val 8333"/>
            </a:avLst>
          </a:prstGeom>
          <a:solidFill>
            <a:srgbClr val="D6EEF0"/>
          </a:solidFill>
        </p:spPr>
        <p:txBody>
          <a:bodyPr/>
          <a:lstStyle/>
          <a:p>
            <a:endParaRPr lang="ko-KR" altLang="en-US"/>
          </a:p>
        </p:txBody>
      </p:sp>
      <p:sp>
        <p:nvSpPr>
          <p:cNvPr id="20" name="Text 18">
            <a:extLst>
              <a:ext uri="{FF2B5EF4-FFF2-40B4-BE49-F238E27FC236}">
                <a16:creationId xmlns:a16="http://schemas.microsoft.com/office/drawing/2014/main" id="{749254C7-AFBF-41E4-9BCA-926AF044682B}"/>
              </a:ext>
            </a:extLst>
          </p:cNvPr>
          <p:cNvSpPr>
            <a:spLocks noGrp="1"/>
          </p:cNvSpPr>
          <p:nvPr/>
        </p:nvSpPr>
        <p:spPr>
          <a:xfrm>
            <a:off x="6964528" y="3227832"/>
            <a:ext cx="1371600" cy="548640"/>
          </a:xfrm>
          <a:prstGeom prst="rect">
            <a:avLst/>
          </a:prstGeom>
          <a:noFill/>
        </p:spPr>
        <p:txBody>
          <a:bodyPr wrap="square" lIns="0" tIns="0" rIns="0" bIns="0" anchor="ctr">
            <a:noAutofit/>
          </a:bodyPr>
          <a:lstStyle/>
          <a:p>
            <a:pPr marL="0" indent="0" algn="ctr">
              <a:lnSpc>
                <a:spcPct val="115000"/>
              </a:lnSpc>
              <a:buNone/>
              <a:defRPr>
                <a:latin typeface="Noto Sans KR"/>
                <a:ea typeface="Noto Sans KR"/>
                <a:cs typeface="Noto Sans KR"/>
              </a:defRPr>
            </a:pPr>
            <a:r>
              <a:rPr sz="1100" b="1">
                <a:solidFill>
                  <a:srgbClr val="2C7E82"/>
                </a:solidFill>
                <a:latin typeface="Noto Sans KR"/>
                <a:ea typeface="Noto Sans KR"/>
                <a:cs typeface="Noto Sans KR"/>
              </a:rPr>
              <a:t>인력·팀</a:t>
            </a:r>
            <a:endParaRPr sz="1100"/>
          </a:p>
        </p:txBody>
      </p:sp>
      <p:sp>
        <p:nvSpPr>
          <p:cNvPr id="21" name="Text 19">
            <a:extLst>
              <a:ext uri="{FF2B5EF4-FFF2-40B4-BE49-F238E27FC236}">
                <a16:creationId xmlns:a16="http://schemas.microsoft.com/office/drawing/2014/main" id="{95184D57-0A97-4F66-B734-149DD79880E8}"/>
              </a:ext>
            </a:extLst>
          </p:cNvPr>
          <p:cNvSpPr>
            <a:spLocks noGrp="1"/>
          </p:cNvSpPr>
          <p:nvPr/>
        </p:nvSpPr>
        <p:spPr>
          <a:xfrm>
            <a:off x="8336128" y="3227832"/>
            <a:ext cx="365760" cy="548640"/>
          </a:xfrm>
          <a:prstGeom prst="rect">
            <a:avLst/>
          </a:prstGeom>
          <a:noFill/>
        </p:spPr>
        <p:txBody>
          <a:bodyPr wrap="square" lIns="0" tIns="0" rIns="0" bIns="0" anchor="ctr">
            <a:noAutofit/>
          </a:bodyPr>
          <a:lstStyle/>
          <a:p>
            <a:pPr marL="0" indent="0" algn="ctr">
              <a:lnSpc>
                <a:spcPct val="115000"/>
              </a:lnSpc>
              <a:buNone/>
              <a:defRPr>
                <a:latin typeface="Noto Sans KR"/>
                <a:ea typeface="Noto Sans KR"/>
                <a:cs typeface="Noto Sans KR"/>
              </a:defRPr>
            </a:pPr>
            <a:r>
              <a:rPr sz="1600" b="1">
                <a:solidFill>
                  <a:srgbClr val="247C85"/>
                </a:solidFill>
                <a:latin typeface="Noto Sans KR"/>
                <a:ea typeface="Noto Sans KR"/>
                <a:cs typeface="Noto Sans KR"/>
              </a:rPr>
              <a:t>+</a:t>
            </a:r>
            <a:endParaRPr sz="1600"/>
          </a:p>
        </p:txBody>
      </p:sp>
      <p:sp>
        <p:nvSpPr>
          <p:cNvPr id="22" name="Shape 20">
            <a:extLst>
              <a:ext uri="{FF2B5EF4-FFF2-40B4-BE49-F238E27FC236}">
                <a16:creationId xmlns:a16="http://schemas.microsoft.com/office/drawing/2014/main" id="{FE8FBD15-8C11-4792-87C4-07D3B8B48884}"/>
              </a:ext>
            </a:extLst>
          </p:cNvPr>
          <p:cNvSpPr>
            <a:spLocks noGrp="1"/>
          </p:cNvSpPr>
          <p:nvPr/>
        </p:nvSpPr>
        <p:spPr>
          <a:xfrm>
            <a:off x="8656168" y="3227832"/>
            <a:ext cx="2529688" cy="548640"/>
          </a:xfrm>
          <a:prstGeom prst="roundRect">
            <a:avLst>
              <a:gd name="adj" fmla="val 8333"/>
            </a:avLst>
          </a:prstGeom>
          <a:solidFill>
            <a:srgbClr val="83CCD2"/>
          </a:solidFill>
        </p:spPr>
        <p:txBody>
          <a:bodyPr/>
          <a:lstStyle/>
          <a:p>
            <a:endParaRPr lang="ko-KR" altLang="en-US"/>
          </a:p>
        </p:txBody>
      </p:sp>
      <p:sp>
        <p:nvSpPr>
          <p:cNvPr id="23" name="Text 21">
            <a:extLst>
              <a:ext uri="{FF2B5EF4-FFF2-40B4-BE49-F238E27FC236}">
                <a16:creationId xmlns:a16="http://schemas.microsoft.com/office/drawing/2014/main" id="{723C9446-8EAA-42DA-B059-BFEDF632B9D0}"/>
              </a:ext>
            </a:extLst>
          </p:cNvPr>
          <p:cNvSpPr>
            <a:spLocks noGrp="1"/>
          </p:cNvSpPr>
          <p:nvPr/>
        </p:nvSpPr>
        <p:spPr>
          <a:xfrm>
            <a:off x="8656168" y="3227832"/>
            <a:ext cx="2529688" cy="548640"/>
          </a:xfrm>
          <a:prstGeom prst="rect">
            <a:avLst/>
          </a:prstGeom>
          <a:noFill/>
        </p:spPr>
        <p:txBody>
          <a:bodyPr wrap="square" lIns="0" tIns="0" rIns="0" bIns="0" anchor="ctr">
            <a:noAutofit/>
          </a:bodyPr>
          <a:lstStyle/>
          <a:p>
            <a:pPr marL="0" indent="0" algn="ctr">
              <a:lnSpc>
                <a:spcPct val="115000"/>
              </a:lnSpc>
              <a:buNone/>
              <a:defRPr>
                <a:latin typeface="Noto Sans KR"/>
                <a:ea typeface="Noto Sans KR"/>
                <a:cs typeface="Noto Sans KR"/>
              </a:defRPr>
            </a:pPr>
            <a:r>
              <a:rPr sz="950" b="1">
                <a:solidFill>
                  <a:srgbClr val="0E4144"/>
                </a:solidFill>
                <a:latin typeface="Noto Sans KR"/>
                <a:ea typeface="Noto Sans KR"/>
                <a:cs typeface="Noto Sans KR"/>
              </a:rPr>
              <a:t>근무·급여 정책</a:t>
            </a:r>
            <a:endParaRPr sz="950"/>
          </a:p>
        </p:txBody>
      </p:sp>
      <p:sp>
        <p:nvSpPr>
          <p:cNvPr id="24" name="Text 22">
            <a:extLst>
              <a:ext uri="{FF2B5EF4-FFF2-40B4-BE49-F238E27FC236}">
                <a16:creationId xmlns:a16="http://schemas.microsoft.com/office/drawing/2014/main" id="{94F18DCF-0D1D-45B7-8457-9EC74A60B1D3}"/>
              </a:ext>
            </a:extLst>
          </p:cNvPr>
          <p:cNvSpPr>
            <a:spLocks noGrp="1"/>
          </p:cNvSpPr>
          <p:nvPr/>
        </p:nvSpPr>
        <p:spPr>
          <a:xfrm>
            <a:off x="6644488" y="3943350"/>
            <a:ext cx="4632808" cy="285750"/>
          </a:xfrm>
          <a:prstGeom prst="rect">
            <a:avLst/>
          </a:prstGeom>
          <a:noFill/>
        </p:spPr>
        <p:txBody>
          <a:bodyPr wrap="square" lIns="0" tIns="0" rIns="0" bIns="0" anchor="t">
            <a:noAutofit/>
          </a:bodyPr>
          <a:lstStyle/>
          <a:p>
            <a:pPr marL="0" indent="0">
              <a:lnSpc>
                <a:spcPct val="115000"/>
              </a:lnSpc>
              <a:buNone/>
              <a:defRPr sz="1725">
                <a:latin typeface="Noto Sans KR"/>
                <a:ea typeface="Noto Sans KR"/>
                <a:cs typeface="Noto Sans KR"/>
              </a:defRPr>
            </a:pPr>
            <a:r>
              <a:rPr sz="1575" b="1">
                <a:solidFill>
                  <a:srgbClr val="247C85"/>
                </a:solidFill>
                <a:latin typeface="Noto Sans KR"/>
                <a:ea typeface="Noto Sans KR"/>
                <a:cs typeface="Noto Sans KR"/>
              </a:rPr>
              <a:t>프로젝트 운영에 필요한 정보를 연결</a:t>
            </a:r>
            <a:endParaRPr sz="950"/>
          </a:p>
        </p:txBody>
      </p:sp>
      <p:sp>
        <p:nvSpPr>
          <p:cNvPr id="25" name="Shape 23">
            <a:extLst>
              <a:ext uri="{FF2B5EF4-FFF2-40B4-BE49-F238E27FC236}">
                <a16:creationId xmlns:a16="http://schemas.microsoft.com/office/drawing/2014/main" id="{BF0C539A-087C-4EA1-A38D-B3FB1F3FDF05}"/>
              </a:ext>
            </a:extLst>
          </p:cNvPr>
          <p:cNvSpPr>
            <a:spLocks noGrp="1"/>
          </p:cNvSpPr>
          <p:nvPr/>
        </p:nvSpPr>
        <p:spPr>
          <a:xfrm>
            <a:off x="640080" y="4617720"/>
            <a:ext cx="2453564" cy="1463040"/>
          </a:xfrm>
          <a:prstGeom prst="roundRect">
            <a:avLst>
              <a:gd name="adj" fmla="val 5000"/>
            </a:avLst>
          </a:prstGeom>
          <a:solidFill>
            <a:srgbClr val="FFFFFF"/>
          </a:solidFill>
          <a:ln w="13970">
            <a:solidFill>
              <a:srgbClr val="DCE8E9"/>
            </a:solidFill>
            <a:prstDash val="solid"/>
          </a:ln>
        </p:spPr>
        <p:txBody>
          <a:bodyPr/>
          <a:lstStyle/>
          <a:p>
            <a:endParaRPr lang="ko-KR" altLang="en-US"/>
          </a:p>
        </p:txBody>
      </p:sp>
      <p:sp>
        <p:nvSpPr>
          <p:cNvPr id="26" name="Shape 24">
            <a:extLst>
              <a:ext uri="{FF2B5EF4-FFF2-40B4-BE49-F238E27FC236}">
                <a16:creationId xmlns:a16="http://schemas.microsoft.com/office/drawing/2014/main" id="{0AFA9BBB-41CC-4D49-8DF7-BE030CA3B189}"/>
              </a:ext>
            </a:extLst>
          </p:cNvPr>
          <p:cNvSpPr>
            <a:spLocks noGrp="1"/>
          </p:cNvSpPr>
          <p:nvPr/>
        </p:nvSpPr>
        <p:spPr>
          <a:xfrm>
            <a:off x="896112" y="4855464"/>
            <a:ext cx="493776" cy="493776"/>
          </a:xfrm>
          <a:prstGeom prst="ellipse">
            <a:avLst/>
          </a:prstGeom>
          <a:solidFill>
            <a:srgbClr val="D6EEF0"/>
          </a:solidFill>
        </p:spPr>
        <p:txBody>
          <a:bodyPr/>
          <a:lstStyle/>
          <a:p>
            <a:endParaRPr lang="ko-KR" altLang="en-US"/>
          </a:p>
        </p:txBody>
      </p:sp>
      <p:pic>
        <p:nvPicPr>
          <p:cNvPr id="78" name="Image 0"/>
          <p:cNvPicPr>
            <a:picLocks noChangeAspect="1"/>
          </p:cNvPicPr>
          <p:nvPr/>
        </p:nvPicPr>
        <p:blipFill>
          <a:blip r:embed="rId3"/>
          <a:stretch>
            <a:fillRect/>
          </a:stretch>
        </p:blipFill>
        <p:spPr>
          <a:xfrm>
            <a:off x="1029432" y="4988784"/>
            <a:ext cx="227137" cy="227137"/>
          </a:xfrm>
          <a:prstGeom prst="rect">
            <a:avLst/>
          </a:prstGeom>
        </p:spPr>
      </p:pic>
      <p:sp>
        <p:nvSpPr>
          <p:cNvPr id="28" name="Text 25">
            <a:extLst>
              <a:ext uri="{FF2B5EF4-FFF2-40B4-BE49-F238E27FC236}">
                <a16:creationId xmlns:a16="http://schemas.microsoft.com/office/drawing/2014/main" id="{B9C38E4D-18BC-4797-A88B-A02119ACCFD1}"/>
              </a:ext>
            </a:extLst>
          </p:cNvPr>
          <p:cNvSpPr>
            <a:spLocks noGrp="1"/>
          </p:cNvSpPr>
          <p:nvPr/>
        </p:nvSpPr>
        <p:spPr>
          <a:xfrm>
            <a:off x="896112" y="5458968"/>
            <a:ext cx="1996364" cy="292608"/>
          </a:xfrm>
          <a:prstGeom prst="rect">
            <a:avLst/>
          </a:prstGeom>
          <a:noFill/>
        </p:spPr>
        <p:txBody>
          <a:bodyPr wrap="square" lIns="0" tIns="0" rIns="0" bIns="0" anchor="ctr">
            <a:noAutofit/>
          </a:bodyPr>
          <a:lstStyle/>
          <a:p>
            <a:pPr marL="0" indent="0">
              <a:lnSpc>
                <a:spcPct val="115000"/>
              </a:lnSpc>
              <a:buNone/>
              <a:defRPr sz="1875" b="1">
                <a:solidFill>
                  <a:srgbClr val="247C85"/>
                </a:solidFill>
                <a:latin typeface="Noto Sans KR"/>
                <a:ea typeface="Noto Sans KR"/>
                <a:cs typeface="Noto Sans KR"/>
              </a:defRPr>
            </a:pPr>
            <a:r>
              <a:rPr sz="1875" b="1">
                <a:solidFill>
                  <a:srgbClr val="247C85"/>
                </a:solidFill>
                <a:latin typeface="Noto Sans KR"/>
                <a:ea typeface="Noto Sans KR"/>
                <a:cs typeface="Noto Sans KR"/>
              </a:rPr>
              <a:t>인력</a:t>
            </a:r>
            <a:endParaRPr sz="1200"/>
          </a:p>
        </p:txBody>
      </p:sp>
      <p:sp>
        <p:nvSpPr>
          <p:cNvPr id="29" name="Text 26">
            <a:extLst>
              <a:ext uri="{FF2B5EF4-FFF2-40B4-BE49-F238E27FC236}">
                <a16:creationId xmlns:a16="http://schemas.microsoft.com/office/drawing/2014/main" id="{8937E459-186A-4709-BA24-08816251BD4A}"/>
              </a:ext>
            </a:extLst>
          </p:cNvPr>
          <p:cNvSpPr>
            <a:spLocks noGrp="1"/>
          </p:cNvSpPr>
          <p:nvPr/>
        </p:nvSpPr>
        <p:spPr>
          <a:xfrm>
            <a:off x="896112" y="5781675"/>
            <a:ext cx="1996364" cy="320040"/>
          </a:xfrm>
          <a:prstGeom prst="rect">
            <a:avLst/>
          </a:prstGeom>
          <a:noFill/>
        </p:spPr>
        <p:txBody>
          <a:bodyPr wrap="square" lIns="0" tIns="0" rIns="0" bIns="0" anchor="t">
            <a:noAutofit/>
          </a:bodyPr>
          <a:lstStyle/>
          <a:p>
            <a:pPr marL="0" indent="0">
              <a:lnSpc>
                <a:spcPct val="115000"/>
              </a:lnSpc>
              <a:buNone/>
              <a:defRPr sz="1575">
                <a:latin typeface="Noto Sans KR"/>
                <a:ea typeface="Noto Sans KR"/>
                <a:cs typeface="Noto Sans KR"/>
              </a:defRPr>
            </a:pPr>
            <a:r>
              <a:rPr sz="1575">
                <a:solidFill>
                  <a:srgbClr val="5B6A6C"/>
                </a:solidFill>
                <a:latin typeface="Noto Sans KR"/>
                <a:ea typeface="Noto Sans KR"/>
                <a:cs typeface="Noto Sans KR"/>
              </a:rPr>
              <a:t>배분과 참여 조건</a:t>
            </a:r>
            <a:endParaRPr sz="900"/>
          </a:p>
        </p:txBody>
      </p:sp>
      <p:sp>
        <p:nvSpPr>
          <p:cNvPr id="30" name="Shape 27">
            <a:extLst>
              <a:ext uri="{FF2B5EF4-FFF2-40B4-BE49-F238E27FC236}">
                <a16:creationId xmlns:a16="http://schemas.microsoft.com/office/drawing/2014/main" id="{61F69306-D1A1-4A5C-B195-7E4BCD2099E1}"/>
              </a:ext>
            </a:extLst>
          </p:cNvPr>
          <p:cNvSpPr>
            <a:spLocks noGrp="1"/>
          </p:cNvSpPr>
          <p:nvPr/>
        </p:nvSpPr>
        <p:spPr>
          <a:xfrm>
            <a:off x="3459404" y="4617720"/>
            <a:ext cx="2453564" cy="1463040"/>
          </a:xfrm>
          <a:prstGeom prst="roundRect">
            <a:avLst>
              <a:gd name="adj" fmla="val 5000"/>
            </a:avLst>
          </a:prstGeom>
          <a:solidFill>
            <a:srgbClr val="FFFFFF"/>
          </a:solidFill>
          <a:ln w="13970">
            <a:solidFill>
              <a:srgbClr val="DCE8E9"/>
            </a:solidFill>
            <a:prstDash val="solid"/>
          </a:ln>
        </p:spPr>
        <p:txBody>
          <a:bodyPr/>
          <a:lstStyle/>
          <a:p>
            <a:endParaRPr lang="ko-KR" altLang="en-US"/>
          </a:p>
        </p:txBody>
      </p:sp>
      <p:sp>
        <p:nvSpPr>
          <p:cNvPr id="31" name="Shape 28">
            <a:extLst>
              <a:ext uri="{FF2B5EF4-FFF2-40B4-BE49-F238E27FC236}">
                <a16:creationId xmlns:a16="http://schemas.microsoft.com/office/drawing/2014/main" id="{8421FE31-BDC5-4EF4-BCA5-0077E73981C4}"/>
              </a:ext>
            </a:extLst>
          </p:cNvPr>
          <p:cNvSpPr>
            <a:spLocks noGrp="1"/>
          </p:cNvSpPr>
          <p:nvPr/>
        </p:nvSpPr>
        <p:spPr>
          <a:xfrm>
            <a:off x="3715436" y="4855464"/>
            <a:ext cx="493776" cy="493776"/>
          </a:xfrm>
          <a:prstGeom prst="ellipse">
            <a:avLst/>
          </a:prstGeom>
          <a:solidFill>
            <a:srgbClr val="D6EEF0"/>
          </a:solidFill>
        </p:spPr>
        <p:txBody>
          <a:bodyPr/>
          <a:lstStyle/>
          <a:p>
            <a:endParaRPr lang="ko-KR" altLang="en-US"/>
          </a:p>
        </p:txBody>
      </p:sp>
      <p:pic>
        <p:nvPicPr>
          <p:cNvPr id="83" name="Image 1"/>
          <p:cNvPicPr>
            <a:picLocks noChangeAspect="1"/>
          </p:cNvPicPr>
          <p:nvPr/>
        </p:nvPicPr>
        <p:blipFill>
          <a:blip r:embed="rId4"/>
          <a:stretch>
            <a:fillRect/>
          </a:stretch>
        </p:blipFill>
        <p:spPr>
          <a:xfrm>
            <a:off x="3848755" y="4988784"/>
            <a:ext cx="227137" cy="227137"/>
          </a:xfrm>
          <a:prstGeom prst="rect">
            <a:avLst/>
          </a:prstGeom>
        </p:spPr>
      </p:pic>
      <p:sp>
        <p:nvSpPr>
          <p:cNvPr id="33" name="Text 29">
            <a:extLst>
              <a:ext uri="{FF2B5EF4-FFF2-40B4-BE49-F238E27FC236}">
                <a16:creationId xmlns:a16="http://schemas.microsoft.com/office/drawing/2014/main" id="{71ABE2C3-6674-424D-A7C8-BF25A6A340BC}"/>
              </a:ext>
            </a:extLst>
          </p:cNvPr>
          <p:cNvSpPr>
            <a:spLocks noGrp="1"/>
          </p:cNvSpPr>
          <p:nvPr/>
        </p:nvSpPr>
        <p:spPr>
          <a:xfrm>
            <a:off x="3715436" y="5458968"/>
            <a:ext cx="1996364" cy="292608"/>
          </a:xfrm>
          <a:prstGeom prst="rect">
            <a:avLst/>
          </a:prstGeom>
          <a:noFill/>
        </p:spPr>
        <p:txBody>
          <a:bodyPr wrap="square" lIns="0" tIns="0" rIns="0" bIns="0" anchor="ctr">
            <a:noAutofit/>
          </a:bodyPr>
          <a:lstStyle/>
          <a:p>
            <a:pPr marL="0" indent="0">
              <a:lnSpc>
                <a:spcPct val="115000"/>
              </a:lnSpc>
              <a:buNone/>
              <a:defRPr sz="1875" b="1">
                <a:solidFill>
                  <a:srgbClr val="247C85"/>
                </a:solidFill>
                <a:latin typeface="Noto Sans KR"/>
                <a:ea typeface="Noto Sans KR"/>
                <a:cs typeface="Noto Sans KR"/>
              </a:defRPr>
            </a:pPr>
            <a:r>
              <a:rPr sz="1875" b="1">
                <a:solidFill>
                  <a:srgbClr val="247C85"/>
                </a:solidFill>
                <a:latin typeface="Noto Sans KR"/>
                <a:ea typeface="Noto Sans KR"/>
                <a:cs typeface="Noto Sans KR"/>
              </a:rPr>
              <a:t>공수</a:t>
            </a:r>
            <a:endParaRPr sz="1200"/>
          </a:p>
        </p:txBody>
      </p:sp>
      <p:sp>
        <p:nvSpPr>
          <p:cNvPr id="34" name="Text 30">
            <a:extLst>
              <a:ext uri="{FF2B5EF4-FFF2-40B4-BE49-F238E27FC236}">
                <a16:creationId xmlns:a16="http://schemas.microsoft.com/office/drawing/2014/main" id="{AB7860E9-248F-44EC-99B2-F9C3070D8F1C}"/>
              </a:ext>
            </a:extLst>
          </p:cNvPr>
          <p:cNvSpPr>
            <a:spLocks noGrp="1"/>
          </p:cNvSpPr>
          <p:nvPr/>
        </p:nvSpPr>
        <p:spPr>
          <a:xfrm>
            <a:off x="3715436" y="5781675"/>
            <a:ext cx="1996364" cy="320040"/>
          </a:xfrm>
          <a:prstGeom prst="rect">
            <a:avLst/>
          </a:prstGeom>
          <a:noFill/>
        </p:spPr>
        <p:txBody>
          <a:bodyPr wrap="square" lIns="0" tIns="0" rIns="0" bIns="0" anchor="t">
            <a:noAutofit/>
          </a:bodyPr>
          <a:lstStyle/>
          <a:p>
            <a:pPr marL="0" indent="0">
              <a:lnSpc>
                <a:spcPct val="115000"/>
              </a:lnSpc>
              <a:buNone/>
              <a:defRPr sz="1575">
                <a:latin typeface="Noto Sans KR"/>
                <a:ea typeface="Noto Sans KR"/>
                <a:cs typeface="Noto Sans KR"/>
              </a:defRPr>
            </a:pPr>
            <a:r>
              <a:rPr sz="1575">
                <a:solidFill>
                  <a:srgbClr val="5B6A6C"/>
                </a:solidFill>
                <a:latin typeface="Noto Sans KR"/>
                <a:ea typeface="Noto Sans KR"/>
                <a:cs typeface="Noto Sans KR"/>
              </a:rPr>
              <a:t>MD/MM과 가동률</a:t>
            </a:r>
            <a:endParaRPr sz="900"/>
          </a:p>
        </p:txBody>
      </p:sp>
      <p:sp>
        <p:nvSpPr>
          <p:cNvPr id="35" name="Shape 31">
            <a:extLst>
              <a:ext uri="{FF2B5EF4-FFF2-40B4-BE49-F238E27FC236}">
                <a16:creationId xmlns:a16="http://schemas.microsoft.com/office/drawing/2014/main" id="{713803E3-D86F-4A99-8A47-8C7E7845491B}"/>
              </a:ext>
            </a:extLst>
          </p:cNvPr>
          <p:cNvSpPr>
            <a:spLocks noGrp="1"/>
          </p:cNvSpPr>
          <p:nvPr/>
        </p:nvSpPr>
        <p:spPr>
          <a:xfrm>
            <a:off x="6278728" y="4617720"/>
            <a:ext cx="2453564" cy="1463040"/>
          </a:xfrm>
          <a:prstGeom prst="roundRect">
            <a:avLst>
              <a:gd name="adj" fmla="val 5000"/>
            </a:avLst>
          </a:prstGeom>
          <a:solidFill>
            <a:srgbClr val="FFFFFF"/>
          </a:solidFill>
          <a:ln w="13970">
            <a:solidFill>
              <a:srgbClr val="DCE8E9"/>
            </a:solidFill>
            <a:prstDash val="solid"/>
          </a:ln>
        </p:spPr>
        <p:txBody>
          <a:bodyPr/>
          <a:lstStyle/>
          <a:p>
            <a:endParaRPr lang="ko-KR" altLang="en-US"/>
          </a:p>
        </p:txBody>
      </p:sp>
      <p:sp>
        <p:nvSpPr>
          <p:cNvPr id="36" name="Shape 32">
            <a:extLst>
              <a:ext uri="{FF2B5EF4-FFF2-40B4-BE49-F238E27FC236}">
                <a16:creationId xmlns:a16="http://schemas.microsoft.com/office/drawing/2014/main" id="{27586B9F-79DB-4449-B9D5-447EF53C484A}"/>
              </a:ext>
            </a:extLst>
          </p:cNvPr>
          <p:cNvSpPr>
            <a:spLocks noGrp="1"/>
          </p:cNvSpPr>
          <p:nvPr/>
        </p:nvSpPr>
        <p:spPr>
          <a:xfrm>
            <a:off x="6534760" y="4855464"/>
            <a:ext cx="493776" cy="493776"/>
          </a:xfrm>
          <a:prstGeom prst="ellipse">
            <a:avLst/>
          </a:prstGeom>
          <a:solidFill>
            <a:srgbClr val="D6EEF0"/>
          </a:solidFill>
        </p:spPr>
        <p:txBody>
          <a:bodyPr/>
          <a:lstStyle/>
          <a:p>
            <a:endParaRPr lang="ko-KR" altLang="en-US"/>
          </a:p>
        </p:txBody>
      </p:sp>
      <p:pic>
        <p:nvPicPr>
          <p:cNvPr id="88" name="Image 2"/>
          <p:cNvPicPr>
            <a:picLocks noChangeAspect="1"/>
          </p:cNvPicPr>
          <p:nvPr/>
        </p:nvPicPr>
        <p:blipFill>
          <a:blip r:embed="rId5"/>
          <a:stretch>
            <a:fillRect/>
          </a:stretch>
        </p:blipFill>
        <p:spPr>
          <a:xfrm>
            <a:off x="6668079" y="4988784"/>
            <a:ext cx="227137" cy="227137"/>
          </a:xfrm>
          <a:prstGeom prst="rect">
            <a:avLst/>
          </a:prstGeom>
        </p:spPr>
      </p:pic>
      <p:sp>
        <p:nvSpPr>
          <p:cNvPr id="38" name="Text 33">
            <a:extLst>
              <a:ext uri="{FF2B5EF4-FFF2-40B4-BE49-F238E27FC236}">
                <a16:creationId xmlns:a16="http://schemas.microsoft.com/office/drawing/2014/main" id="{6A28CCC2-C8AB-4004-9870-44EA8827146C}"/>
              </a:ext>
            </a:extLst>
          </p:cNvPr>
          <p:cNvSpPr>
            <a:spLocks noGrp="1"/>
          </p:cNvSpPr>
          <p:nvPr/>
        </p:nvSpPr>
        <p:spPr>
          <a:xfrm>
            <a:off x="6534760" y="5458968"/>
            <a:ext cx="1996364" cy="292608"/>
          </a:xfrm>
          <a:prstGeom prst="rect">
            <a:avLst/>
          </a:prstGeom>
          <a:noFill/>
        </p:spPr>
        <p:txBody>
          <a:bodyPr wrap="square" lIns="0" tIns="0" rIns="0" bIns="0" anchor="ctr">
            <a:noAutofit/>
          </a:bodyPr>
          <a:lstStyle/>
          <a:p>
            <a:pPr marL="0" indent="0">
              <a:lnSpc>
                <a:spcPct val="115000"/>
              </a:lnSpc>
              <a:buNone/>
              <a:defRPr sz="1875" b="1">
                <a:solidFill>
                  <a:srgbClr val="247C85"/>
                </a:solidFill>
                <a:latin typeface="Noto Sans KR"/>
                <a:ea typeface="Noto Sans KR"/>
                <a:cs typeface="Noto Sans KR"/>
              </a:defRPr>
            </a:pPr>
            <a:r>
              <a:rPr sz="1875" b="1">
                <a:solidFill>
                  <a:srgbClr val="247C85"/>
                </a:solidFill>
                <a:latin typeface="Noto Sans KR"/>
                <a:ea typeface="Noto Sans KR"/>
                <a:cs typeface="Noto Sans KR"/>
              </a:rPr>
              <a:t>진척·일정</a:t>
            </a:r>
            <a:endParaRPr sz="1200"/>
          </a:p>
        </p:txBody>
      </p:sp>
      <p:sp>
        <p:nvSpPr>
          <p:cNvPr id="39" name="Text 34">
            <a:extLst>
              <a:ext uri="{FF2B5EF4-FFF2-40B4-BE49-F238E27FC236}">
                <a16:creationId xmlns:a16="http://schemas.microsoft.com/office/drawing/2014/main" id="{E92BBEFC-29F0-41D5-A2DF-665524A9574E}"/>
              </a:ext>
            </a:extLst>
          </p:cNvPr>
          <p:cNvSpPr>
            <a:spLocks noGrp="1"/>
          </p:cNvSpPr>
          <p:nvPr/>
        </p:nvSpPr>
        <p:spPr>
          <a:xfrm>
            <a:off x="6534760" y="5781675"/>
            <a:ext cx="1996364" cy="320040"/>
          </a:xfrm>
          <a:prstGeom prst="rect">
            <a:avLst/>
          </a:prstGeom>
          <a:noFill/>
        </p:spPr>
        <p:txBody>
          <a:bodyPr wrap="square" lIns="0" tIns="0" rIns="0" bIns="0" anchor="t">
            <a:noAutofit/>
          </a:bodyPr>
          <a:lstStyle/>
          <a:p>
            <a:pPr marL="0" indent="0">
              <a:lnSpc>
                <a:spcPct val="115000"/>
              </a:lnSpc>
              <a:buNone/>
              <a:defRPr sz="1575">
                <a:latin typeface="Noto Sans KR"/>
                <a:ea typeface="Noto Sans KR"/>
                <a:cs typeface="Noto Sans KR"/>
              </a:defRPr>
            </a:pPr>
            <a:r>
              <a:rPr sz="1575">
                <a:solidFill>
                  <a:srgbClr val="5B6A6C"/>
                </a:solidFill>
                <a:latin typeface="Noto Sans KR"/>
                <a:ea typeface="Noto Sans KR"/>
                <a:cs typeface="Noto Sans KR"/>
              </a:rPr>
              <a:t>차이와 작업 순서</a:t>
            </a:r>
            <a:endParaRPr sz="900"/>
          </a:p>
        </p:txBody>
      </p:sp>
      <p:sp>
        <p:nvSpPr>
          <p:cNvPr id="40" name="Shape 35">
            <a:extLst>
              <a:ext uri="{FF2B5EF4-FFF2-40B4-BE49-F238E27FC236}">
                <a16:creationId xmlns:a16="http://schemas.microsoft.com/office/drawing/2014/main" id="{98A355B3-2D9D-426E-A77D-DA6EA3E5CD9E}"/>
              </a:ext>
            </a:extLst>
          </p:cNvPr>
          <p:cNvSpPr>
            <a:spLocks noGrp="1"/>
          </p:cNvSpPr>
          <p:nvPr/>
        </p:nvSpPr>
        <p:spPr>
          <a:xfrm>
            <a:off x="9098051" y="4617720"/>
            <a:ext cx="2453564" cy="1463040"/>
          </a:xfrm>
          <a:prstGeom prst="roundRect">
            <a:avLst>
              <a:gd name="adj" fmla="val 5000"/>
            </a:avLst>
          </a:prstGeom>
          <a:solidFill>
            <a:srgbClr val="FFFFFF"/>
          </a:solidFill>
          <a:ln w="13970">
            <a:solidFill>
              <a:srgbClr val="DCE8E9"/>
            </a:solidFill>
            <a:prstDash val="solid"/>
          </a:ln>
        </p:spPr>
        <p:txBody>
          <a:bodyPr/>
          <a:lstStyle/>
          <a:p>
            <a:endParaRPr lang="ko-KR" altLang="en-US"/>
          </a:p>
        </p:txBody>
      </p:sp>
      <p:sp>
        <p:nvSpPr>
          <p:cNvPr id="41" name="Shape 36">
            <a:extLst>
              <a:ext uri="{FF2B5EF4-FFF2-40B4-BE49-F238E27FC236}">
                <a16:creationId xmlns:a16="http://schemas.microsoft.com/office/drawing/2014/main" id="{CFF57C8F-9CDA-40CA-8DEA-779DEFC3A1C1}"/>
              </a:ext>
            </a:extLst>
          </p:cNvPr>
          <p:cNvSpPr>
            <a:spLocks noGrp="1"/>
          </p:cNvSpPr>
          <p:nvPr/>
        </p:nvSpPr>
        <p:spPr>
          <a:xfrm>
            <a:off x="9354083" y="4855464"/>
            <a:ext cx="493776" cy="493776"/>
          </a:xfrm>
          <a:prstGeom prst="ellipse">
            <a:avLst/>
          </a:prstGeom>
          <a:solidFill>
            <a:srgbClr val="D6EEF0"/>
          </a:solidFill>
        </p:spPr>
        <p:txBody>
          <a:bodyPr/>
          <a:lstStyle/>
          <a:p>
            <a:endParaRPr lang="ko-KR" altLang="en-US"/>
          </a:p>
        </p:txBody>
      </p:sp>
      <p:pic>
        <p:nvPicPr>
          <p:cNvPr id="93" name="Image 3"/>
          <p:cNvPicPr>
            <a:picLocks noChangeAspect="1"/>
          </p:cNvPicPr>
          <p:nvPr/>
        </p:nvPicPr>
        <p:blipFill>
          <a:blip r:embed="rId6"/>
          <a:stretch>
            <a:fillRect/>
          </a:stretch>
        </p:blipFill>
        <p:spPr>
          <a:xfrm>
            <a:off x="9487403" y="4988784"/>
            <a:ext cx="227137" cy="227137"/>
          </a:xfrm>
          <a:prstGeom prst="rect">
            <a:avLst/>
          </a:prstGeom>
        </p:spPr>
      </p:pic>
      <p:sp>
        <p:nvSpPr>
          <p:cNvPr id="43" name="Text 37">
            <a:extLst>
              <a:ext uri="{FF2B5EF4-FFF2-40B4-BE49-F238E27FC236}">
                <a16:creationId xmlns:a16="http://schemas.microsoft.com/office/drawing/2014/main" id="{AEBA1018-E7A8-4EAD-A5A2-6390E50518ED}"/>
              </a:ext>
            </a:extLst>
          </p:cNvPr>
          <p:cNvSpPr>
            <a:spLocks noGrp="1"/>
          </p:cNvSpPr>
          <p:nvPr/>
        </p:nvSpPr>
        <p:spPr>
          <a:xfrm>
            <a:off x="9354083" y="5458968"/>
            <a:ext cx="1996364" cy="292608"/>
          </a:xfrm>
          <a:prstGeom prst="rect">
            <a:avLst/>
          </a:prstGeom>
          <a:noFill/>
        </p:spPr>
        <p:txBody>
          <a:bodyPr wrap="square" lIns="0" tIns="0" rIns="0" bIns="0" anchor="ctr">
            <a:noAutofit/>
          </a:bodyPr>
          <a:lstStyle/>
          <a:p>
            <a:pPr marL="0" indent="0">
              <a:lnSpc>
                <a:spcPct val="115000"/>
              </a:lnSpc>
              <a:buNone/>
              <a:defRPr sz="1875" b="1">
                <a:solidFill>
                  <a:srgbClr val="247C85"/>
                </a:solidFill>
                <a:latin typeface="Noto Sans KR"/>
                <a:ea typeface="Noto Sans KR"/>
                <a:cs typeface="Noto Sans KR"/>
              </a:defRPr>
            </a:pPr>
            <a:r>
              <a:rPr sz="1875" b="1">
                <a:solidFill>
                  <a:srgbClr val="247C85"/>
                </a:solidFill>
                <a:latin typeface="Noto Sans KR"/>
                <a:ea typeface="Noto Sans KR"/>
                <a:cs typeface="Noto Sans KR"/>
              </a:rPr>
              <a:t>비용</a:t>
            </a:r>
            <a:endParaRPr sz="1200"/>
          </a:p>
        </p:txBody>
      </p:sp>
      <p:sp>
        <p:nvSpPr>
          <p:cNvPr id="44" name="Text 38">
            <a:extLst>
              <a:ext uri="{FF2B5EF4-FFF2-40B4-BE49-F238E27FC236}">
                <a16:creationId xmlns:a16="http://schemas.microsoft.com/office/drawing/2014/main" id="{05B82B15-D920-464C-868A-5E48DDD6CBE7}"/>
              </a:ext>
            </a:extLst>
          </p:cNvPr>
          <p:cNvSpPr>
            <a:spLocks noGrp="1"/>
          </p:cNvSpPr>
          <p:nvPr/>
        </p:nvSpPr>
        <p:spPr>
          <a:xfrm>
            <a:off x="9354083" y="5781675"/>
            <a:ext cx="1996364" cy="320040"/>
          </a:xfrm>
          <a:prstGeom prst="rect">
            <a:avLst/>
          </a:prstGeom>
          <a:noFill/>
        </p:spPr>
        <p:txBody>
          <a:bodyPr wrap="square" lIns="0" tIns="0" rIns="0" bIns="0" anchor="t">
            <a:noAutofit/>
          </a:bodyPr>
          <a:lstStyle/>
          <a:p>
            <a:pPr marL="0" indent="0">
              <a:lnSpc>
                <a:spcPct val="115000"/>
              </a:lnSpc>
              <a:buNone/>
              <a:defRPr sz="1575">
                <a:latin typeface="Noto Sans KR"/>
                <a:ea typeface="Noto Sans KR"/>
                <a:cs typeface="Noto Sans KR"/>
              </a:defRPr>
            </a:pPr>
            <a:r>
              <a:rPr sz="1575">
                <a:solidFill>
                  <a:srgbClr val="5B6A6C"/>
                </a:solidFill>
                <a:latin typeface="Noto Sans KR"/>
                <a:ea typeface="Noto Sans KR"/>
                <a:cs typeface="Noto Sans KR"/>
              </a:rPr>
              <a:t>계획과 소진 추정</a:t>
            </a:r>
            <a:endParaRPr sz="900"/>
          </a:p>
        </p:txBody>
      </p:sp>
      <p:pic>
        <p:nvPicPr>
          <p:cNvPr id="96" name="Image 4"/>
          <p:cNvPicPr>
            <a:picLocks noChangeAspect="1"/>
          </p:cNvPicPr>
          <p:nvPr/>
        </p:nvPicPr>
        <p:blipFill>
          <a:blip r:embed="rId7"/>
          <a:stretch>
            <a:fillRect/>
          </a:stretch>
        </p:blipFill>
        <p:spPr>
          <a:xfrm>
            <a:off x="640080" y="6419088"/>
            <a:ext cx="786384" cy="180137"/>
          </a:xfrm>
          <a:prstGeom prst="rect">
            <a:avLst/>
          </a:prstGeom>
        </p:spPr>
      </p:pic>
      <p:sp>
        <p:nvSpPr>
          <p:cNvPr id="46" name="Text 39">
            <a:extLst>
              <a:ext uri="{FF2B5EF4-FFF2-40B4-BE49-F238E27FC236}">
                <a16:creationId xmlns:a16="http://schemas.microsoft.com/office/drawing/2014/main" id="{E4FD6AF0-4CFD-448D-9131-E7DE6F90B014}"/>
              </a:ext>
            </a:extLst>
          </p:cNvPr>
          <p:cNvSpPr>
            <a:spLocks noGrp="1"/>
          </p:cNvSpPr>
          <p:nvPr/>
        </p:nvSpPr>
        <p:spPr>
          <a:xfrm>
            <a:off x="1600200" y="6391656"/>
            <a:ext cx="5943600" cy="256032"/>
          </a:xfrm>
          <a:prstGeom prst="rect">
            <a:avLst/>
          </a:prstGeom>
          <a:noFill/>
        </p:spPr>
        <p:txBody>
          <a:bodyPr wrap="square" lIns="0" tIns="0" rIns="0" bIns="0" anchor="ctr"/>
          <a:lstStyle/>
          <a:p>
            <a:pPr marL="0" indent="0">
              <a:lnSpc>
                <a:spcPct val="115000"/>
              </a:lnSpc>
              <a:buNone/>
            </a:pPr>
            <a:r>
              <a:rPr sz="850" spc="100">
                <a:solidFill>
                  <a:srgbClr val="5B6A6C"/>
                </a:solidFill>
                <a:latin typeface="Noto Sans KR"/>
                <a:ea typeface="Noto Sans KR"/>
                <a:cs typeface="Noto Sans KR"/>
              </a:rPr>
              <a:t>Moves Workforce  ·  PRODUCT INTRODUCTION</a:t>
            </a:r>
            <a:endParaRPr sz="850"/>
          </a:p>
        </p:txBody>
      </p:sp>
      <p:sp>
        <p:nvSpPr>
          <p:cNvPr id="47" name="Text 40">
            <a:extLst>
              <a:ext uri="{FF2B5EF4-FFF2-40B4-BE49-F238E27FC236}">
                <a16:creationId xmlns:a16="http://schemas.microsoft.com/office/drawing/2014/main" id="{6C146E63-BA22-4A19-8C7C-E7B9888ED483}"/>
              </a:ext>
            </a:extLst>
          </p:cNvPr>
          <p:cNvSpPr>
            <a:spLocks noGrp="1"/>
          </p:cNvSpPr>
          <p:nvPr/>
        </p:nvSpPr>
        <p:spPr>
          <a:xfrm>
            <a:off x="10088575" y="6391656"/>
            <a:ext cx="1463040" cy="256032"/>
          </a:xfrm>
          <a:prstGeom prst="rect">
            <a:avLst/>
          </a:prstGeom>
          <a:noFill/>
        </p:spPr>
        <p:txBody>
          <a:bodyPr wrap="square" lIns="0" tIns="0" rIns="0" bIns="0" anchor="ctr"/>
          <a:lstStyle/>
          <a:p>
            <a:pPr marL="0" indent="0" algn="r">
              <a:lnSpc>
                <a:spcPct val="115000"/>
              </a:lnSpc>
              <a:buNone/>
              <a:defRPr sz="900">
                <a:latin typeface="Noto Sans KR"/>
                <a:ea typeface="Noto Sans KR"/>
                <a:cs typeface="Noto Sans KR"/>
              </a:defRPr>
            </a:pPr>
            <a:r>
              <a:rPr sz="900" spc="100">
                <a:solidFill>
                  <a:srgbClr val="5B6A6C"/>
                </a:solidFill>
                <a:latin typeface="Noto Sans KR"/>
                <a:ea typeface="Noto Sans KR"/>
                <a:cs typeface="Noto Sans KR"/>
              </a:rPr>
              <a:t>04 / 12</a:t>
            </a:r>
            <a:endParaRPr sz="850"/>
          </a:p>
        </p:txBody>
      </p:sp>
    </p:spTree>
    <p:extLst>
      <p:ext uri="{BB962C8B-B14F-4D97-AF65-F5344CB8AC3E}">
        <p14:creationId xmlns:p14="http://schemas.microsoft.com/office/powerpoint/2010/main" val="17059130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EAD90B5-75AD-400D-871E-A2172A0C68FE}"/>
              </a:ext>
            </a:extLst>
          </p:cNvPr>
          <p:cNvSpPr>
            <a:spLocks noGrp="1"/>
          </p:cNvSpPr>
          <p:nvPr/>
        </p:nvSpPr>
        <p:spPr>
          <a:xfrm>
            <a:off x="640080" y="420624"/>
            <a:ext cx="2665476" cy="365760"/>
          </a:xfrm>
          <a:prstGeom prst="roundRect">
            <a:avLst>
              <a:gd name="adj" fmla="val 20000"/>
            </a:avLst>
          </a:prstGeom>
          <a:solidFill>
            <a:srgbClr val="2C7E82"/>
          </a:solidFill>
        </p:spPr>
        <p:txBody>
          <a:bodyPr/>
          <a:lstStyle/>
          <a:p>
            <a:endParaRPr lang="ko-KR" altLang="en-US"/>
          </a:p>
        </p:txBody>
      </p:sp>
      <p:sp>
        <p:nvSpPr>
          <p:cNvPr id="3" name="Text 1">
            <a:extLst>
              <a:ext uri="{FF2B5EF4-FFF2-40B4-BE49-F238E27FC236}">
                <a16:creationId xmlns:a16="http://schemas.microsoft.com/office/drawing/2014/main" id="{E7093FC8-703C-4B71-8EDD-0B858BA416FB}"/>
              </a:ext>
            </a:extLst>
          </p:cNvPr>
          <p:cNvSpPr>
            <a:spLocks noGrp="1"/>
          </p:cNvSpPr>
          <p:nvPr/>
        </p:nvSpPr>
        <p:spPr>
          <a:xfrm>
            <a:off x="640080" y="420624"/>
            <a:ext cx="2665476" cy="365760"/>
          </a:xfrm>
          <a:prstGeom prst="rect">
            <a:avLst/>
          </a:prstGeom>
          <a:noFill/>
        </p:spPr>
        <p:txBody>
          <a:bodyPr wrap="square" lIns="0" tIns="0" rIns="0" bIns="0" anchor="ctr">
            <a:noAutofit/>
          </a:bodyPr>
          <a:lstStyle/>
          <a:p>
            <a:pPr marL="0" indent="0" algn="ctr">
              <a:lnSpc>
                <a:spcPct val="115000"/>
              </a:lnSpc>
              <a:buNone/>
              <a:defRPr>
                <a:latin typeface="Noto Sans KR"/>
                <a:ea typeface="Noto Sans KR"/>
                <a:cs typeface="Noto Sans KR"/>
              </a:defRPr>
            </a:pPr>
            <a:r>
              <a:rPr sz="1050" b="1" spc="200">
                <a:solidFill>
                  <a:srgbClr val="FFFFFF"/>
                </a:solidFill>
                <a:latin typeface="Noto Sans KR"/>
                <a:ea typeface="Noto Sans KR"/>
                <a:cs typeface="Noto Sans KR"/>
              </a:rPr>
              <a:t>PROJECT PROGRESS · 진척 관리</a:t>
            </a:r>
            <a:endParaRPr sz="1050"/>
          </a:p>
        </p:txBody>
      </p:sp>
      <p:sp>
        <p:nvSpPr>
          <p:cNvPr id="4" name="Text 2">
            <a:extLst>
              <a:ext uri="{FF2B5EF4-FFF2-40B4-BE49-F238E27FC236}">
                <a16:creationId xmlns:a16="http://schemas.microsoft.com/office/drawing/2014/main" id="{A370F096-065D-4B54-B461-F772F1DAE926}"/>
              </a:ext>
            </a:extLst>
          </p:cNvPr>
          <p:cNvSpPr>
            <a:spLocks noGrp="1"/>
          </p:cNvSpPr>
          <p:nvPr/>
        </p:nvSpPr>
        <p:spPr>
          <a:xfrm>
            <a:off x="640080" y="914400"/>
            <a:ext cx="7406640" cy="685800"/>
          </a:xfrm>
          <a:prstGeom prst="rect">
            <a:avLst/>
          </a:prstGeom>
          <a:noFill/>
        </p:spPr>
        <p:txBody>
          <a:bodyPr wrap="square" lIns="0" tIns="0" rIns="0" bIns="0" anchor="t">
            <a:noAutofit/>
          </a:bodyPr>
          <a:lstStyle/>
          <a:p>
            <a:pPr marL="0" indent="0">
              <a:lnSpc>
                <a:spcPct val="115000"/>
              </a:lnSpc>
              <a:buNone/>
              <a:defRPr sz="2700" b="1">
                <a:solidFill>
                  <a:srgbClr val="172A2D"/>
                </a:solidFill>
                <a:latin typeface="Noto Sans KR"/>
                <a:ea typeface="Noto Sans KR"/>
                <a:cs typeface="Noto Sans KR"/>
              </a:defRPr>
            </a:pPr>
            <a:r>
              <a:rPr sz="2700" b="1">
                <a:solidFill>
                  <a:srgbClr val="172A2D"/>
                </a:solidFill>
                <a:latin typeface="Noto Sans KR"/>
                <a:ea typeface="Noto Sans KR"/>
                <a:cs typeface="Noto Sans KR"/>
              </a:rPr>
              <a:t>진척의 차이로 점검할 작업을 찾습니다</a:t>
            </a:r>
            <a:endParaRPr sz="2500"/>
          </a:p>
        </p:txBody>
      </p:sp>
      <p:sp>
        <p:nvSpPr>
          <p:cNvPr id="5" name="Shape 3">
            <a:extLst>
              <a:ext uri="{FF2B5EF4-FFF2-40B4-BE49-F238E27FC236}">
                <a16:creationId xmlns:a16="http://schemas.microsoft.com/office/drawing/2014/main" id="{D1CCF2FD-475E-43AC-8CEE-69DA1F8B577A}"/>
              </a:ext>
            </a:extLst>
          </p:cNvPr>
          <p:cNvSpPr>
            <a:spLocks noGrp="1"/>
          </p:cNvSpPr>
          <p:nvPr/>
        </p:nvSpPr>
        <p:spPr>
          <a:xfrm>
            <a:off x="8214055" y="420624"/>
            <a:ext cx="1554480" cy="960120"/>
          </a:xfrm>
          <a:prstGeom prst="roundRect">
            <a:avLst>
              <a:gd name="adj" fmla="val 7619"/>
            </a:avLst>
          </a:prstGeom>
          <a:solidFill>
            <a:srgbClr val="EBF6F7"/>
          </a:solidFill>
          <a:ln w="12700">
            <a:solidFill>
              <a:srgbClr val="D6EEF0"/>
            </a:solidFill>
            <a:prstDash val="solid"/>
          </a:ln>
        </p:spPr>
        <p:txBody>
          <a:bodyPr/>
          <a:lstStyle/>
          <a:p>
            <a:endParaRPr lang="ko-KR" altLang="en-US"/>
          </a:p>
        </p:txBody>
      </p:sp>
      <p:sp>
        <p:nvSpPr>
          <p:cNvPr id="6" name="Text 4">
            <a:extLst>
              <a:ext uri="{FF2B5EF4-FFF2-40B4-BE49-F238E27FC236}">
                <a16:creationId xmlns:a16="http://schemas.microsoft.com/office/drawing/2014/main" id="{77954669-8C3C-4628-804F-A66E4A36E000}"/>
              </a:ext>
            </a:extLst>
          </p:cNvPr>
          <p:cNvSpPr>
            <a:spLocks noGrp="1"/>
          </p:cNvSpPr>
          <p:nvPr/>
        </p:nvSpPr>
        <p:spPr>
          <a:xfrm>
            <a:off x="8287207" y="530352"/>
            <a:ext cx="1408176" cy="411480"/>
          </a:xfrm>
          <a:prstGeom prst="rect">
            <a:avLst/>
          </a:prstGeom>
          <a:noFill/>
        </p:spPr>
        <p:txBody>
          <a:bodyPr wrap="square" lIns="0" tIns="0" rIns="0" bIns="0" anchor="ctr">
            <a:noAutofit/>
          </a:bodyPr>
          <a:lstStyle/>
          <a:p>
            <a:pPr marL="0" indent="0" algn="ctr">
              <a:lnSpc>
                <a:spcPct val="115000"/>
              </a:lnSpc>
              <a:buNone/>
              <a:defRPr sz="2100" b="1">
                <a:solidFill>
                  <a:srgbClr val="247C85"/>
                </a:solidFill>
                <a:latin typeface="Noto Sans KR"/>
                <a:ea typeface="Noto Sans KR"/>
                <a:cs typeface="Noto Sans KR"/>
              </a:defRPr>
            </a:pPr>
            <a:r>
              <a:rPr sz="2100" b="1">
                <a:solidFill>
                  <a:srgbClr val="247C85"/>
                </a:solidFill>
                <a:latin typeface="Noto Sans KR"/>
                <a:ea typeface="Noto Sans KR"/>
                <a:cs typeface="Noto Sans KR"/>
              </a:rPr>
              <a:t>비교</a:t>
            </a:r>
            <a:endParaRPr sz="1600"/>
          </a:p>
        </p:txBody>
      </p:sp>
      <p:sp>
        <p:nvSpPr>
          <p:cNvPr id="7" name="Text 5">
            <a:extLst>
              <a:ext uri="{FF2B5EF4-FFF2-40B4-BE49-F238E27FC236}">
                <a16:creationId xmlns:a16="http://schemas.microsoft.com/office/drawing/2014/main" id="{E4348F1A-C1EC-4F99-B7D3-2A9DFCA166CF}"/>
              </a:ext>
            </a:extLst>
          </p:cNvPr>
          <p:cNvSpPr>
            <a:spLocks noGrp="1"/>
          </p:cNvSpPr>
          <p:nvPr/>
        </p:nvSpPr>
        <p:spPr>
          <a:xfrm>
            <a:off x="8287207" y="969264"/>
            <a:ext cx="1408176" cy="320040"/>
          </a:xfrm>
          <a:prstGeom prst="rect">
            <a:avLst/>
          </a:prstGeom>
          <a:noFill/>
        </p:spPr>
        <p:txBody>
          <a:bodyPr wrap="square" lIns="0" tIns="0" rIns="0" bIns="0" anchor="t">
            <a:noAutofit/>
          </a:bodyPr>
          <a:lstStyle/>
          <a:p>
            <a:pPr marL="0" indent="0" algn="ctr">
              <a:lnSpc>
                <a:spcPct val="115000"/>
              </a:lnSpc>
              <a:buNone/>
              <a:defRPr>
                <a:latin typeface="Noto Sans KR"/>
                <a:ea typeface="Noto Sans KR"/>
                <a:cs typeface="Noto Sans KR"/>
              </a:defRPr>
            </a:pPr>
            <a:r>
              <a:rPr sz="850">
                <a:solidFill>
                  <a:srgbClr val="5B6A6C"/>
                </a:solidFill>
                <a:latin typeface="Noto Sans KR"/>
                <a:ea typeface="Noto Sans KR"/>
                <a:cs typeface="Noto Sans KR"/>
              </a:rPr>
              <a:t>일정·완성·공수</a:t>
            </a:r>
            <a:endParaRPr sz="850"/>
          </a:p>
        </p:txBody>
      </p:sp>
      <p:sp>
        <p:nvSpPr>
          <p:cNvPr id="8" name="Shape 6">
            <a:extLst>
              <a:ext uri="{FF2B5EF4-FFF2-40B4-BE49-F238E27FC236}">
                <a16:creationId xmlns:a16="http://schemas.microsoft.com/office/drawing/2014/main" id="{527C690E-5B3C-4DD3-8E05-D2048A3F9815}"/>
              </a:ext>
            </a:extLst>
          </p:cNvPr>
          <p:cNvSpPr>
            <a:spLocks noGrp="1"/>
          </p:cNvSpPr>
          <p:nvPr/>
        </p:nvSpPr>
        <p:spPr>
          <a:xfrm>
            <a:off x="9997135" y="420624"/>
            <a:ext cx="1554480" cy="960120"/>
          </a:xfrm>
          <a:prstGeom prst="roundRect">
            <a:avLst>
              <a:gd name="adj" fmla="val 7619"/>
            </a:avLst>
          </a:prstGeom>
          <a:solidFill>
            <a:srgbClr val="EBF6F7"/>
          </a:solidFill>
          <a:ln w="12700">
            <a:solidFill>
              <a:srgbClr val="D6EEF0"/>
            </a:solidFill>
            <a:prstDash val="solid"/>
          </a:ln>
        </p:spPr>
        <p:txBody>
          <a:bodyPr/>
          <a:lstStyle/>
          <a:p>
            <a:endParaRPr lang="ko-KR" altLang="en-US"/>
          </a:p>
        </p:txBody>
      </p:sp>
      <p:sp>
        <p:nvSpPr>
          <p:cNvPr id="9" name="Text 7">
            <a:extLst>
              <a:ext uri="{FF2B5EF4-FFF2-40B4-BE49-F238E27FC236}">
                <a16:creationId xmlns:a16="http://schemas.microsoft.com/office/drawing/2014/main" id="{0E1C2049-60F4-4C37-A2C4-C060557C34BA}"/>
              </a:ext>
            </a:extLst>
          </p:cNvPr>
          <p:cNvSpPr>
            <a:spLocks noGrp="1"/>
          </p:cNvSpPr>
          <p:nvPr/>
        </p:nvSpPr>
        <p:spPr>
          <a:xfrm>
            <a:off x="10070287" y="530352"/>
            <a:ext cx="1408176" cy="411480"/>
          </a:xfrm>
          <a:prstGeom prst="rect">
            <a:avLst/>
          </a:prstGeom>
          <a:noFill/>
        </p:spPr>
        <p:txBody>
          <a:bodyPr wrap="square" lIns="0" tIns="0" rIns="0" bIns="0" anchor="ctr">
            <a:noAutofit/>
          </a:bodyPr>
          <a:lstStyle/>
          <a:p>
            <a:pPr marL="0" indent="0" algn="ctr">
              <a:lnSpc>
                <a:spcPct val="115000"/>
              </a:lnSpc>
              <a:buNone/>
              <a:defRPr sz="2100" b="1">
                <a:solidFill>
                  <a:srgbClr val="247C85"/>
                </a:solidFill>
                <a:latin typeface="Noto Sans KR"/>
                <a:ea typeface="Noto Sans KR"/>
                <a:cs typeface="Noto Sans KR"/>
              </a:defRPr>
            </a:pPr>
            <a:r>
              <a:rPr sz="2100" b="1">
                <a:solidFill>
                  <a:srgbClr val="247C85"/>
                </a:solidFill>
                <a:latin typeface="Noto Sans KR"/>
                <a:ea typeface="Noto Sans KR"/>
                <a:cs typeface="Noto Sans KR"/>
              </a:rPr>
              <a:t>S-curve</a:t>
            </a:r>
            <a:endParaRPr sz="1600"/>
          </a:p>
        </p:txBody>
      </p:sp>
      <p:sp>
        <p:nvSpPr>
          <p:cNvPr id="10" name="Text 8">
            <a:extLst>
              <a:ext uri="{FF2B5EF4-FFF2-40B4-BE49-F238E27FC236}">
                <a16:creationId xmlns:a16="http://schemas.microsoft.com/office/drawing/2014/main" id="{C46CE012-5CD2-4960-876D-5617C55FA665}"/>
              </a:ext>
            </a:extLst>
          </p:cNvPr>
          <p:cNvSpPr>
            <a:spLocks noGrp="1"/>
          </p:cNvSpPr>
          <p:nvPr/>
        </p:nvSpPr>
        <p:spPr>
          <a:xfrm>
            <a:off x="10070287" y="969264"/>
            <a:ext cx="1408176" cy="320040"/>
          </a:xfrm>
          <a:prstGeom prst="rect">
            <a:avLst/>
          </a:prstGeom>
          <a:noFill/>
        </p:spPr>
        <p:txBody>
          <a:bodyPr wrap="square" lIns="0" tIns="0" rIns="0" bIns="0" anchor="t">
            <a:noAutofit/>
          </a:bodyPr>
          <a:lstStyle/>
          <a:p>
            <a:pPr marL="0" indent="0" algn="ctr">
              <a:lnSpc>
                <a:spcPct val="115000"/>
              </a:lnSpc>
              <a:buNone/>
              <a:defRPr>
                <a:latin typeface="Noto Sans KR"/>
                <a:ea typeface="Noto Sans KR"/>
                <a:cs typeface="Noto Sans KR"/>
              </a:defRPr>
            </a:pPr>
            <a:r>
              <a:rPr sz="850">
                <a:solidFill>
                  <a:srgbClr val="5B6A6C"/>
                </a:solidFill>
                <a:latin typeface="Noto Sans KR"/>
                <a:ea typeface="Noto Sans KR"/>
                <a:cs typeface="Noto Sans KR"/>
              </a:rPr>
              <a:t>계획 대비 누적 흐름</a:t>
            </a:r>
            <a:endParaRPr sz="850"/>
          </a:p>
        </p:txBody>
      </p:sp>
      <p:sp>
        <p:nvSpPr>
          <p:cNvPr id="11" name="Text 9">
            <a:extLst>
              <a:ext uri="{FF2B5EF4-FFF2-40B4-BE49-F238E27FC236}">
                <a16:creationId xmlns:a16="http://schemas.microsoft.com/office/drawing/2014/main" id="{F2FA20A0-2F79-456F-8161-4CD23CD69D54}"/>
              </a:ext>
            </a:extLst>
          </p:cNvPr>
          <p:cNvSpPr>
            <a:spLocks noGrp="1"/>
          </p:cNvSpPr>
          <p:nvPr/>
        </p:nvSpPr>
        <p:spPr>
          <a:xfrm>
            <a:off x="640080" y="1572768"/>
            <a:ext cx="7680960" cy="502920"/>
          </a:xfrm>
          <a:prstGeom prst="rect">
            <a:avLst/>
          </a:prstGeom>
          <a:noFill/>
        </p:spPr>
        <p:txBody>
          <a:bodyPr wrap="square" lIns="0" tIns="0" rIns="0" bIns="0" anchor="ctr">
            <a:noAutofit/>
          </a:bodyPr>
          <a:lstStyle/>
          <a:p>
            <a:pPr marL="0" indent="0">
              <a:lnSpc>
                <a:spcPct val="115000"/>
              </a:lnSpc>
              <a:buNone/>
              <a:defRPr sz="1650">
                <a:latin typeface="Noto Sans KR"/>
                <a:ea typeface="Noto Sans KR"/>
                <a:cs typeface="Noto Sans KR"/>
              </a:defRPr>
            </a:pPr>
            <a:r>
              <a:rPr sz="1650">
                <a:solidFill>
                  <a:srgbClr val="5B6A6C"/>
                </a:solidFill>
                <a:latin typeface="Noto Sans KR"/>
                <a:ea typeface="Noto Sans KR"/>
                <a:cs typeface="Noto Sans KR"/>
              </a:rPr>
              <a:t>“계획대로 가고 있는가?” 세 지표와 누적 흐름을 함께 확인합니다.</a:t>
            </a:r>
            <a:endParaRPr sz="1150"/>
          </a:p>
        </p:txBody>
      </p:sp>
      <p:sp>
        <p:nvSpPr>
          <p:cNvPr id="12" name="Shape 10">
            <a:extLst>
              <a:ext uri="{FF2B5EF4-FFF2-40B4-BE49-F238E27FC236}">
                <a16:creationId xmlns:a16="http://schemas.microsoft.com/office/drawing/2014/main" id="{9267EBE7-1D84-4BE3-B0CB-3B49558B8EE7}"/>
              </a:ext>
            </a:extLst>
          </p:cNvPr>
          <p:cNvSpPr>
            <a:spLocks noGrp="1"/>
          </p:cNvSpPr>
          <p:nvPr/>
        </p:nvSpPr>
        <p:spPr>
          <a:xfrm>
            <a:off x="640080" y="2212848"/>
            <a:ext cx="6903720" cy="3931920"/>
          </a:xfrm>
          <a:prstGeom prst="roundRect">
            <a:avLst>
              <a:gd name="adj" fmla="val 1860"/>
            </a:avLst>
          </a:prstGeom>
          <a:solidFill>
            <a:srgbClr val="F7FBFC"/>
          </a:solidFill>
          <a:ln w="15875">
            <a:solidFill>
              <a:srgbClr val="DCE8E9"/>
            </a:solidFill>
            <a:prstDash val="solid"/>
          </a:ln>
          <a:effectLst>
            <a:outerShdw blurRad="114300" dist="38100" dir="5400000" algn="bl" rotWithShape="0">
              <a:srgbClr val="9FC4C6">
                <a:alpha val="28000"/>
              </a:srgbClr>
            </a:outerShdw>
          </a:effectLst>
        </p:spPr>
        <p:txBody>
          <a:bodyPr/>
          <a:lstStyle/>
          <a:p>
            <a:endParaRPr lang="ko-KR" altLang="en-US"/>
          </a:p>
        </p:txBody>
      </p:sp>
      <p:sp>
        <p:nvSpPr>
          <p:cNvPr id="14" name="Text 11">
            <a:extLst>
              <a:ext uri="{FF2B5EF4-FFF2-40B4-BE49-F238E27FC236}">
                <a16:creationId xmlns:a16="http://schemas.microsoft.com/office/drawing/2014/main" id="{629F5485-904B-4D6E-9C01-FFCF944BC493}"/>
              </a:ext>
            </a:extLst>
          </p:cNvPr>
          <p:cNvSpPr>
            <a:spLocks noGrp="1"/>
          </p:cNvSpPr>
          <p:nvPr/>
        </p:nvSpPr>
        <p:spPr>
          <a:xfrm>
            <a:off x="822960" y="5760720"/>
            <a:ext cx="6537960" cy="292608"/>
          </a:xfrm>
          <a:prstGeom prst="rect">
            <a:avLst/>
          </a:prstGeom>
          <a:noFill/>
        </p:spPr>
        <p:txBody>
          <a:bodyPr wrap="square" lIns="0" tIns="0" rIns="0" bIns="0" anchor="ctr">
            <a:noAutofit/>
          </a:bodyPr>
          <a:lstStyle/>
          <a:p>
            <a:pPr marL="0" indent="0">
              <a:lnSpc>
                <a:spcPct val="115000"/>
              </a:lnSpc>
              <a:buNone/>
              <a:defRPr sz="1200">
                <a:solidFill>
                  <a:srgbClr val="5B6A6C"/>
                </a:solidFill>
                <a:latin typeface="Noto Sans KR"/>
                <a:ea typeface="Noto Sans KR"/>
                <a:cs typeface="Noto Sans KR"/>
              </a:defRPr>
            </a:pPr>
            <a:r>
              <a:rPr sz="1200" b="1">
                <a:solidFill>
                  <a:srgbClr val="5B6A6C"/>
                </a:solidFill>
                <a:latin typeface="Noto Sans KR"/>
                <a:ea typeface="Noto Sans KR"/>
                <a:cs typeface="Noto Sans KR"/>
              </a:rPr>
              <a:t>첨부 제품 화면 발췌 · 현재 운영 성과 아님 · 3장의 설명용 숫자와 별개</a:t>
            </a:r>
            <a:endParaRPr sz="850"/>
          </a:p>
        </p:txBody>
      </p:sp>
      <p:sp>
        <p:nvSpPr>
          <p:cNvPr id="15" name="Text 12">
            <a:extLst>
              <a:ext uri="{FF2B5EF4-FFF2-40B4-BE49-F238E27FC236}">
                <a16:creationId xmlns:a16="http://schemas.microsoft.com/office/drawing/2014/main" id="{73E1C057-6DA1-4BF2-8152-B21A0262BF3C}"/>
              </a:ext>
            </a:extLst>
          </p:cNvPr>
          <p:cNvSpPr>
            <a:spLocks noGrp="1"/>
          </p:cNvSpPr>
          <p:nvPr/>
        </p:nvSpPr>
        <p:spPr>
          <a:xfrm>
            <a:off x="8001000" y="2212848"/>
            <a:ext cx="3550615" cy="685800"/>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1700" b="1">
                <a:solidFill>
                  <a:srgbClr val="17282B"/>
                </a:solidFill>
                <a:latin typeface="Noto Sans KR"/>
                <a:ea typeface="Noto Sans KR"/>
                <a:cs typeface="Noto Sans KR"/>
              </a:rPr>
              <a:t>확인에서 판단으로</a:t>
            </a:r>
            <a:endParaRPr sz="1700"/>
          </a:p>
        </p:txBody>
      </p:sp>
      <p:sp>
        <p:nvSpPr>
          <p:cNvPr id="16" name="Shape 13">
            <a:extLst>
              <a:ext uri="{FF2B5EF4-FFF2-40B4-BE49-F238E27FC236}">
                <a16:creationId xmlns:a16="http://schemas.microsoft.com/office/drawing/2014/main" id="{5519BEDC-FA8B-4110-A24E-EF53C656F8FC}"/>
              </a:ext>
            </a:extLst>
          </p:cNvPr>
          <p:cNvSpPr>
            <a:spLocks noGrp="1"/>
          </p:cNvSpPr>
          <p:nvPr/>
        </p:nvSpPr>
        <p:spPr>
          <a:xfrm>
            <a:off x="8001000" y="2944368"/>
            <a:ext cx="365760" cy="365760"/>
          </a:xfrm>
          <a:prstGeom prst="ellipse">
            <a:avLst/>
          </a:prstGeom>
          <a:solidFill>
            <a:srgbClr val="D6EEF0"/>
          </a:solidFill>
        </p:spPr>
        <p:txBody>
          <a:bodyPr/>
          <a:lstStyle/>
          <a:p>
            <a:endParaRPr lang="ko-KR" altLang="en-US"/>
          </a:p>
        </p:txBody>
      </p:sp>
      <p:sp>
        <p:nvSpPr>
          <p:cNvPr id="17" name="Text 14">
            <a:extLst>
              <a:ext uri="{FF2B5EF4-FFF2-40B4-BE49-F238E27FC236}">
                <a16:creationId xmlns:a16="http://schemas.microsoft.com/office/drawing/2014/main" id="{6C7E2BDD-1912-4CC9-ABF7-5A6E48A0247F}"/>
              </a:ext>
            </a:extLst>
          </p:cNvPr>
          <p:cNvSpPr>
            <a:spLocks noGrp="1"/>
          </p:cNvSpPr>
          <p:nvPr/>
        </p:nvSpPr>
        <p:spPr>
          <a:xfrm>
            <a:off x="8001000" y="2944368"/>
            <a:ext cx="365760" cy="365760"/>
          </a:xfrm>
          <a:prstGeom prst="rect">
            <a:avLst/>
          </a:prstGeom>
          <a:noFill/>
        </p:spPr>
        <p:txBody>
          <a:bodyPr wrap="square" lIns="0" tIns="0" rIns="0" bIns="0" anchor="ctr"/>
          <a:lstStyle/>
          <a:p>
            <a:pPr marL="0" indent="0" algn="ctr">
              <a:lnSpc>
                <a:spcPct val="115000"/>
              </a:lnSpc>
              <a:buNone/>
            </a:pPr>
            <a:r>
              <a:rPr sz="1250" b="1">
                <a:solidFill>
                  <a:srgbClr val="2C7E82"/>
                </a:solidFill>
                <a:latin typeface="Noto Sans KR"/>
                <a:ea typeface="Noto Sans KR"/>
                <a:cs typeface="Noto Sans KR"/>
              </a:rPr>
              <a:t>1</a:t>
            </a:r>
            <a:endParaRPr sz="1250"/>
          </a:p>
        </p:txBody>
      </p:sp>
      <p:sp>
        <p:nvSpPr>
          <p:cNvPr id="18" name="Text 15">
            <a:extLst>
              <a:ext uri="{FF2B5EF4-FFF2-40B4-BE49-F238E27FC236}">
                <a16:creationId xmlns:a16="http://schemas.microsoft.com/office/drawing/2014/main" id="{635C939D-10DA-48DF-942E-8BB60336AECF}"/>
              </a:ext>
            </a:extLst>
          </p:cNvPr>
          <p:cNvSpPr>
            <a:spLocks noGrp="1"/>
          </p:cNvSpPr>
          <p:nvPr/>
        </p:nvSpPr>
        <p:spPr>
          <a:xfrm>
            <a:off x="8513064" y="2898648"/>
            <a:ext cx="3038551" cy="274320"/>
          </a:xfrm>
          <a:prstGeom prst="rect">
            <a:avLst/>
          </a:prstGeom>
          <a:noFill/>
        </p:spPr>
        <p:txBody>
          <a:bodyPr wrap="square" lIns="0" tIns="0" rIns="0" bIns="0" anchor="ctr">
            <a:noAutofit/>
          </a:bodyPr>
          <a:lstStyle/>
          <a:p>
            <a:pPr marL="0" indent="0">
              <a:lnSpc>
                <a:spcPct val="115000"/>
              </a:lnSpc>
              <a:buNone/>
              <a:defRPr sz="1725" b="1">
                <a:solidFill>
                  <a:srgbClr val="172A2D"/>
                </a:solidFill>
                <a:latin typeface="Noto Sans KR"/>
                <a:ea typeface="Noto Sans KR"/>
                <a:cs typeface="Noto Sans KR"/>
              </a:defRPr>
            </a:pPr>
            <a:r>
              <a:rPr sz="1725" b="1">
                <a:solidFill>
                  <a:srgbClr val="172A2D"/>
                </a:solidFill>
                <a:latin typeface="Noto Sans KR"/>
                <a:ea typeface="Noto Sans KR"/>
                <a:cs typeface="Noto Sans KR"/>
              </a:rPr>
              <a:t>차이를 확인</a:t>
            </a:r>
            <a:endParaRPr sz="1200"/>
          </a:p>
        </p:txBody>
      </p:sp>
      <p:sp>
        <p:nvSpPr>
          <p:cNvPr id="19" name="Text 16">
            <a:extLst>
              <a:ext uri="{FF2B5EF4-FFF2-40B4-BE49-F238E27FC236}">
                <a16:creationId xmlns:a16="http://schemas.microsoft.com/office/drawing/2014/main" id="{D37E32B6-44EF-4417-BD5A-7D1A0FF9CA08}"/>
              </a:ext>
            </a:extLst>
          </p:cNvPr>
          <p:cNvSpPr>
            <a:spLocks noGrp="1"/>
          </p:cNvSpPr>
          <p:nvPr/>
        </p:nvSpPr>
        <p:spPr>
          <a:xfrm>
            <a:off x="8513064" y="3154680"/>
            <a:ext cx="3038551" cy="502920"/>
          </a:xfrm>
          <a:prstGeom prst="rect">
            <a:avLst/>
          </a:prstGeom>
          <a:noFill/>
        </p:spPr>
        <p:txBody>
          <a:bodyPr wrap="square" lIns="0" tIns="0" rIns="0" bIns="0" anchor="t">
            <a:noAutofit/>
          </a:bodyPr>
          <a:lstStyle/>
          <a:p>
            <a:pPr marL="0" indent="0">
              <a:lnSpc>
                <a:spcPct val="115000"/>
              </a:lnSpc>
              <a:buNone/>
              <a:defRPr sz="1500">
                <a:solidFill>
                  <a:srgbClr val="5B6A6C"/>
                </a:solidFill>
                <a:latin typeface="Noto Sans KR"/>
                <a:ea typeface="Noto Sans KR"/>
                <a:cs typeface="Noto Sans KR"/>
              </a:defRPr>
            </a:pPr>
            <a:r>
              <a:rPr sz="1500">
                <a:solidFill>
                  <a:srgbClr val="5B6A6C"/>
                </a:solidFill>
                <a:latin typeface="Noto Sans KR"/>
                <a:ea typeface="Noto Sans KR"/>
                <a:cs typeface="Noto Sans KR"/>
              </a:rPr>
              <a:t>완성−일정으로 뒤처짐 점검</a:t>
            </a:r>
            <a:endParaRPr sz="1000"/>
          </a:p>
        </p:txBody>
      </p:sp>
      <p:sp>
        <p:nvSpPr>
          <p:cNvPr id="20" name="Shape 17">
            <a:extLst>
              <a:ext uri="{FF2B5EF4-FFF2-40B4-BE49-F238E27FC236}">
                <a16:creationId xmlns:a16="http://schemas.microsoft.com/office/drawing/2014/main" id="{5EFC3A70-8949-4111-A8AF-8CEEE10A79A4}"/>
              </a:ext>
            </a:extLst>
          </p:cNvPr>
          <p:cNvSpPr>
            <a:spLocks noGrp="1"/>
          </p:cNvSpPr>
          <p:nvPr/>
        </p:nvSpPr>
        <p:spPr>
          <a:xfrm>
            <a:off x="8001000" y="3712464"/>
            <a:ext cx="365760" cy="365760"/>
          </a:xfrm>
          <a:prstGeom prst="ellipse">
            <a:avLst/>
          </a:prstGeom>
          <a:solidFill>
            <a:srgbClr val="D6EEF0"/>
          </a:solidFill>
        </p:spPr>
        <p:txBody>
          <a:bodyPr/>
          <a:lstStyle/>
          <a:p>
            <a:endParaRPr lang="ko-KR" altLang="en-US"/>
          </a:p>
        </p:txBody>
      </p:sp>
      <p:sp>
        <p:nvSpPr>
          <p:cNvPr id="21" name="Text 18">
            <a:extLst>
              <a:ext uri="{FF2B5EF4-FFF2-40B4-BE49-F238E27FC236}">
                <a16:creationId xmlns:a16="http://schemas.microsoft.com/office/drawing/2014/main" id="{708ED1A8-2CD3-442F-BD02-5806CDB21E54}"/>
              </a:ext>
            </a:extLst>
          </p:cNvPr>
          <p:cNvSpPr>
            <a:spLocks noGrp="1"/>
          </p:cNvSpPr>
          <p:nvPr/>
        </p:nvSpPr>
        <p:spPr>
          <a:xfrm>
            <a:off x="8001000" y="3712464"/>
            <a:ext cx="365760" cy="365760"/>
          </a:xfrm>
          <a:prstGeom prst="rect">
            <a:avLst/>
          </a:prstGeom>
          <a:noFill/>
        </p:spPr>
        <p:txBody>
          <a:bodyPr wrap="square" lIns="0" tIns="0" rIns="0" bIns="0" anchor="ctr"/>
          <a:lstStyle/>
          <a:p>
            <a:pPr marL="0" indent="0" algn="ctr">
              <a:lnSpc>
                <a:spcPct val="115000"/>
              </a:lnSpc>
              <a:buNone/>
            </a:pPr>
            <a:r>
              <a:rPr sz="1250" b="1">
                <a:solidFill>
                  <a:srgbClr val="2C7E82"/>
                </a:solidFill>
                <a:latin typeface="Noto Sans KR"/>
                <a:ea typeface="Noto Sans KR"/>
                <a:cs typeface="Noto Sans KR"/>
              </a:rPr>
              <a:t>2</a:t>
            </a:r>
            <a:endParaRPr sz="1250"/>
          </a:p>
        </p:txBody>
      </p:sp>
      <p:sp>
        <p:nvSpPr>
          <p:cNvPr id="22" name="Text 19">
            <a:extLst>
              <a:ext uri="{FF2B5EF4-FFF2-40B4-BE49-F238E27FC236}">
                <a16:creationId xmlns:a16="http://schemas.microsoft.com/office/drawing/2014/main" id="{0BF339ED-4E0A-47F8-95FB-ED2BF025687C}"/>
              </a:ext>
            </a:extLst>
          </p:cNvPr>
          <p:cNvSpPr>
            <a:spLocks noGrp="1"/>
          </p:cNvSpPr>
          <p:nvPr/>
        </p:nvSpPr>
        <p:spPr>
          <a:xfrm>
            <a:off x="8513064" y="3666744"/>
            <a:ext cx="3038551" cy="274320"/>
          </a:xfrm>
          <a:prstGeom prst="rect">
            <a:avLst/>
          </a:prstGeom>
          <a:noFill/>
        </p:spPr>
        <p:txBody>
          <a:bodyPr wrap="square" lIns="0" tIns="0" rIns="0" bIns="0" anchor="ctr">
            <a:noAutofit/>
          </a:bodyPr>
          <a:lstStyle/>
          <a:p>
            <a:pPr marL="0" indent="0">
              <a:lnSpc>
                <a:spcPct val="115000"/>
              </a:lnSpc>
              <a:buNone/>
              <a:defRPr sz="1725" b="1">
                <a:solidFill>
                  <a:srgbClr val="172A2D"/>
                </a:solidFill>
                <a:latin typeface="Noto Sans KR"/>
                <a:ea typeface="Noto Sans KR"/>
                <a:cs typeface="Noto Sans KR"/>
              </a:defRPr>
            </a:pPr>
            <a:r>
              <a:rPr sz="1725" b="1">
                <a:solidFill>
                  <a:srgbClr val="172A2D"/>
                </a:solidFill>
                <a:latin typeface="Noto Sans KR"/>
                <a:ea typeface="Noto Sans KR"/>
                <a:cs typeface="Noto Sans KR"/>
              </a:rPr>
              <a:t>구간을 좁히기</a:t>
            </a:r>
            <a:endParaRPr sz="1200"/>
          </a:p>
        </p:txBody>
      </p:sp>
      <p:sp>
        <p:nvSpPr>
          <p:cNvPr id="23" name="Text 20">
            <a:extLst>
              <a:ext uri="{FF2B5EF4-FFF2-40B4-BE49-F238E27FC236}">
                <a16:creationId xmlns:a16="http://schemas.microsoft.com/office/drawing/2014/main" id="{EF82A324-2072-4623-B69F-1FE602099234}"/>
              </a:ext>
            </a:extLst>
          </p:cNvPr>
          <p:cNvSpPr>
            <a:spLocks noGrp="1"/>
          </p:cNvSpPr>
          <p:nvPr/>
        </p:nvSpPr>
        <p:spPr>
          <a:xfrm>
            <a:off x="8513064" y="3922776"/>
            <a:ext cx="3038551" cy="502920"/>
          </a:xfrm>
          <a:prstGeom prst="rect">
            <a:avLst/>
          </a:prstGeom>
          <a:noFill/>
        </p:spPr>
        <p:txBody>
          <a:bodyPr wrap="square" lIns="0" tIns="0" rIns="0" bIns="0" anchor="t">
            <a:noAutofit/>
          </a:bodyPr>
          <a:lstStyle/>
          <a:p>
            <a:pPr marL="0" indent="0">
              <a:lnSpc>
                <a:spcPct val="115000"/>
              </a:lnSpc>
              <a:buNone/>
              <a:defRPr sz="1500">
                <a:solidFill>
                  <a:srgbClr val="5B6A6C"/>
                </a:solidFill>
                <a:latin typeface="Noto Sans KR"/>
                <a:ea typeface="Noto Sans KR"/>
                <a:cs typeface="Noto Sans KR"/>
              </a:defRPr>
            </a:pPr>
            <a:r>
              <a:rPr sz="1500">
                <a:solidFill>
                  <a:srgbClr val="5B6A6C"/>
                </a:solidFill>
                <a:latin typeface="Noto Sans KR"/>
                <a:ea typeface="Noto Sans KR"/>
                <a:cs typeface="Noto Sans KR"/>
              </a:rPr>
              <a:t>S-curve에서 계획선과 비교</a:t>
            </a:r>
            <a:endParaRPr sz="1000"/>
          </a:p>
        </p:txBody>
      </p:sp>
      <p:sp>
        <p:nvSpPr>
          <p:cNvPr id="24" name="Shape 21">
            <a:extLst>
              <a:ext uri="{FF2B5EF4-FFF2-40B4-BE49-F238E27FC236}">
                <a16:creationId xmlns:a16="http://schemas.microsoft.com/office/drawing/2014/main" id="{18B04AE5-822F-4840-956F-8C67A5E29024}"/>
              </a:ext>
            </a:extLst>
          </p:cNvPr>
          <p:cNvSpPr>
            <a:spLocks noGrp="1"/>
          </p:cNvSpPr>
          <p:nvPr/>
        </p:nvSpPr>
        <p:spPr>
          <a:xfrm>
            <a:off x="8001000" y="4480560"/>
            <a:ext cx="365760" cy="365760"/>
          </a:xfrm>
          <a:prstGeom prst="ellipse">
            <a:avLst/>
          </a:prstGeom>
          <a:solidFill>
            <a:srgbClr val="D6EEF0"/>
          </a:solidFill>
        </p:spPr>
        <p:txBody>
          <a:bodyPr/>
          <a:lstStyle/>
          <a:p>
            <a:endParaRPr lang="ko-KR" altLang="en-US"/>
          </a:p>
        </p:txBody>
      </p:sp>
      <p:sp>
        <p:nvSpPr>
          <p:cNvPr id="25" name="Text 22">
            <a:extLst>
              <a:ext uri="{FF2B5EF4-FFF2-40B4-BE49-F238E27FC236}">
                <a16:creationId xmlns:a16="http://schemas.microsoft.com/office/drawing/2014/main" id="{FDEB7B6D-8593-4FC1-944F-00263AFE6767}"/>
              </a:ext>
            </a:extLst>
          </p:cNvPr>
          <p:cNvSpPr>
            <a:spLocks noGrp="1"/>
          </p:cNvSpPr>
          <p:nvPr/>
        </p:nvSpPr>
        <p:spPr>
          <a:xfrm>
            <a:off x="8001000" y="4480560"/>
            <a:ext cx="365760" cy="365760"/>
          </a:xfrm>
          <a:prstGeom prst="rect">
            <a:avLst/>
          </a:prstGeom>
          <a:noFill/>
        </p:spPr>
        <p:txBody>
          <a:bodyPr wrap="square" lIns="0" tIns="0" rIns="0" bIns="0" anchor="ctr"/>
          <a:lstStyle/>
          <a:p>
            <a:pPr marL="0" indent="0" algn="ctr">
              <a:lnSpc>
                <a:spcPct val="115000"/>
              </a:lnSpc>
              <a:buNone/>
            </a:pPr>
            <a:r>
              <a:rPr sz="1250" b="1">
                <a:solidFill>
                  <a:srgbClr val="2C7E82"/>
                </a:solidFill>
                <a:latin typeface="Noto Sans KR"/>
                <a:ea typeface="Noto Sans KR"/>
                <a:cs typeface="Noto Sans KR"/>
              </a:rPr>
              <a:t>3</a:t>
            </a:r>
            <a:endParaRPr sz="1250"/>
          </a:p>
        </p:txBody>
      </p:sp>
      <p:sp>
        <p:nvSpPr>
          <p:cNvPr id="26" name="Text 23">
            <a:extLst>
              <a:ext uri="{FF2B5EF4-FFF2-40B4-BE49-F238E27FC236}">
                <a16:creationId xmlns:a16="http://schemas.microsoft.com/office/drawing/2014/main" id="{8A9C24E3-C845-45DC-97AD-B4BDE5352B29}"/>
              </a:ext>
            </a:extLst>
          </p:cNvPr>
          <p:cNvSpPr>
            <a:spLocks noGrp="1"/>
          </p:cNvSpPr>
          <p:nvPr/>
        </p:nvSpPr>
        <p:spPr>
          <a:xfrm>
            <a:off x="8513064" y="4434840"/>
            <a:ext cx="3038551" cy="274320"/>
          </a:xfrm>
          <a:prstGeom prst="rect">
            <a:avLst/>
          </a:prstGeom>
          <a:noFill/>
        </p:spPr>
        <p:txBody>
          <a:bodyPr wrap="square" lIns="0" tIns="0" rIns="0" bIns="0" anchor="ctr">
            <a:noAutofit/>
          </a:bodyPr>
          <a:lstStyle/>
          <a:p>
            <a:pPr marL="0" indent="0">
              <a:lnSpc>
                <a:spcPct val="115000"/>
              </a:lnSpc>
              <a:buNone/>
              <a:defRPr sz="1725" b="1">
                <a:solidFill>
                  <a:srgbClr val="172A2D"/>
                </a:solidFill>
                <a:latin typeface="Noto Sans KR"/>
                <a:ea typeface="Noto Sans KR"/>
                <a:cs typeface="Noto Sans KR"/>
              </a:defRPr>
            </a:pPr>
            <a:r>
              <a:rPr sz="1725" b="1">
                <a:solidFill>
                  <a:srgbClr val="172A2D"/>
                </a:solidFill>
                <a:latin typeface="Noto Sans KR"/>
                <a:ea typeface="Noto Sans KR"/>
                <a:cs typeface="Noto Sans KR"/>
              </a:rPr>
              <a:t>이슈 근거 확인</a:t>
            </a:r>
            <a:endParaRPr sz="1200"/>
          </a:p>
        </p:txBody>
      </p:sp>
      <p:sp>
        <p:nvSpPr>
          <p:cNvPr id="27" name="Text 24">
            <a:extLst>
              <a:ext uri="{FF2B5EF4-FFF2-40B4-BE49-F238E27FC236}">
                <a16:creationId xmlns:a16="http://schemas.microsoft.com/office/drawing/2014/main" id="{68509A9C-DBC2-40FE-8BF7-D4A276B5B2E9}"/>
              </a:ext>
            </a:extLst>
          </p:cNvPr>
          <p:cNvSpPr>
            <a:spLocks noGrp="1"/>
          </p:cNvSpPr>
          <p:nvPr/>
        </p:nvSpPr>
        <p:spPr>
          <a:xfrm>
            <a:off x="8513064" y="4690872"/>
            <a:ext cx="3038551" cy="502920"/>
          </a:xfrm>
          <a:prstGeom prst="rect">
            <a:avLst/>
          </a:prstGeom>
          <a:noFill/>
        </p:spPr>
        <p:txBody>
          <a:bodyPr wrap="square" lIns="0" tIns="0" rIns="0" bIns="0" anchor="t">
            <a:noAutofit/>
          </a:bodyPr>
          <a:lstStyle/>
          <a:p>
            <a:pPr marL="0" indent="0">
              <a:lnSpc>
                <a:spcPct val="115000"/>
              </a:lnSpc>
              <a:buNone/>
              <a:defRPr sz="1500">
                <a:solidFill>
                  <a:srgbClr val="5B6A6C"/>
                </a:solidFill>
                <a:latin typeface="Noto Sans KR"/>
                <a:ea typeface="Noto Sans KR"/>
                <a:cs typeface="Noto Sans KR"/>
              </a:defRPr>
            </a:pPr>
            <a:r>
              <a:rPr sz="1500">
                <a:solidFill>
                  <a:srgbClr val="5B6A6C"/>
                </a:solidFill>
                <a:latin typeface="Noto Sans KR"/>
                <a:ea typeface="Noto Sans KR"/>
                <a:cs typeface="Noto Sans KR"/>
              </a:rPr>
              <a:t>상태·계획 공수·워크로그 확인</a:t>
            </a:r>
            <a:endParaRPr sz="1000"/>
          </a:p>
        </p:txBody>
      </p:sp>
      <p:sp>
        <p:nvSpPr>
          <p:cNvPr id="28" name="Shape 25">
            <a:extLst>
              <a:ext uri="{FF2B5EF4-FFF2-40B4-BE49-F238E27FC236}">
                <a16:creationId xmlns:a16="http://schemas.microsoft.com/office/drawing/2014/main" id="{6BF41CC5-F2F5-46F5-B8CD-88B328C950F4}"/>
              </a:ext>
            </a:extLst>
          </p:cNvPr>
          <p:cNvSpPr>
            <a:spLocks noGrp="1"/>
          </p:cNvSpPr>
          <p:nvPr/>
        </p:nvSpPr>
        <p:spPr>
          <a:xfrm>
            <a:off x="8001000" y="5248656"/>
            <a:ext cx="365760" cy="365760"/>
          </a:xfrm>
          <a:prstGeom prst="ellipse">
            <a:avLst/>
          </a:prstGeom>
          <a:solidFill>
            <a:srgbClr val="D6EEF0"/>
          </a:solidFill>
        </p:spPr>
        <p:txBody>
          <a:bodyPr/>
          <a:lstStyle/>
          <a:p>
            <a:endParaRPr lang="ko-KR" altLang="en-US"/>
          </a:p>
        </p:txBody>
      </p:sp>
      <p:sp>
        <p:nvSpPr>
          <p:cNvPr id="29" name="Text 26">
            <a:extLst>
              <a:ext uri="{FF2B5EF4-FFF2-40B4-BE49-F238E27FC236}">
                <a16:creationId xmlns:a16="http://schemas.microsoft.com/office/drawing/2014/main" id="{55D2EA59-B4A4-474A-A371-16221F5C7D00}"/>
              </a:ext>
            </a:extLst>
          </p:cNvPr>
          <p:cNvSpPr>
            <a:spLocks noGrp="1"/>
          </p:cNvSpPr>
          <p:nvPr/>
        </p:nvSpPr>
        <p:spPr>
          <a:xfrm>
            <a:off x="8001000" y="5248656"/>
            <a:ext cx="365760" cy="365760"/>
          </a:xfrm>
          <a:prstGeom prst="rect">
            <a:avLst/>
          </a:prstGeom>
          <a:noFill/>
        </p:spPr>
        <p:txBody>
          <a:bodyPr wrap="square" lIns="0" tIns="0" rIns="0" bIns="0" anchor="ctr"/>
          <a:lstStyle/>
          <a:p>
            <a:pPr marL="0" indent="0" algn="ctr">
              <a:lnSpc>
                <a:spcPct val="115000"/>
              </a:lnSpc>
              <a:buNone/>
            </a:pPr>
            <a:r>
              <a:rPr sz="1250" b="1">
                <a:solidFill>
                  <a:srgbClr val="2C7E82"/>
                </a:solidFill>
                <a:latin typeface="Noto Sans KR"/>
                <a:ea typeface="Noto Sans KR"/>
                <a:cs typeface="Noto Sans KR"/>
              </a:rPr>
              <a:t>4</a:t>
            </a:r>
            <a:endParaRPr sz="1250"/>
          </a:p>
        </p:txBody>
      </p:sp>
      <p:sp>
        <p:nvSpPr>
          <p:cNvPr id="30" name="Text 27">
            <a:extLst>
              <a:ext uri="{FF2B5EF4-FFF2-40B4-BE49-F238E27FC236}">
                <a16:creationId xmlns:a16="http://schemas.microsoft.com/office/drawing/2014/main" id="{C4AE25C5-86DE-41A0-A0CD-E477E470260D}"/>
              </a:ext>
            </a:extLst>
          </p:cNvPr>
          <p:cNvSpPr>
            <a:spLocks noGrp="1"/>
          </p:cNvSpPr>
          <p:nvPr/>
        </p:nvSpPr>
        <p:spPr>
          <a:xfrm>
            <a:off x="8513064" y="5202936"/>
            <a:ext cx="3038551" cy="274320"/>
          </a:xfrm>
          <a:prstGeom prst="rect">
            <a:avLst/>
          </a:prstGeom>
          <a:noFill/>
        </p:spPr>
        <p:txBody>
          <a:bodyPr wrap="square" lIns="0" tIns="0" rIns="0" bIns="0" anchor="ctr">
            <a:noAutofit/>
          </a:bodyPr>
          <a:lstStyle/>
          <a:p>
            <a:pPr marL="0" indent="0">
              <a:lnSpc>
                <a:spcPct val="115000"/>
              </a:lnSpc>
              <a:buNone/>
              <a:defRPr sz="1725" b="1">
                <a:solidFill>
                  <a:srgbClr val="172A2D"/>
                </a:solidFill>
                <a:latin typeface="Noto Sans KR"/>
                <a:ea typeface="Noto Sans KR"/>
                <a:cs typeface="Noto Sans KR"/>
              </a:defRPr>
            </a:pPr>
            <a:r>
              <a:rPr sz="1725" b="1">
                <a:solidFill>
                  <a:srgbClr val="172A2D"/>
                </a:solidFill>
                <a:latin typeface="Noto Sans KR"/>
                <a:ea typeface="Noto Sans KR"/>
                <a:cs typeface="Noto Sans KR"/>
              </a:rPr>
              <a:t>작업을 점검</a:t>
            </a:r>
            <a:endParaRPr sz="1200"/>
          </a:p>
        </p:txBody>
      </p:sp>
      <p:sp>
        <p:nvSpPr>
          <p:cNvPr id="31" name="Text 28">
            <a:extLst>
              <a:ext uri="{FF2B5EF4-FFF2-40B4-BE49-F238E27FC236}">
                <a16:creationId xmlns:a16="http://schemas.microsoft.com/office/drawing/2014/main" id="{8159F127-F672-42A2-B345-710CFCF5066B}"/>
              </a:ext>
            </a:extLst>
          </p:cNvPr>
          <p:cNvSpPr>
            <a:spLocks noGrp="1"/>
          </p:cNvSpPr>
          <p:nvPr/>
        </p:nvSpPr>
        <p:spPr>
          <a:xfrm>
            <a:off x="8513064" y="5458968"/>
            <a:ext cx="3038551" cy="502920"/>
          </a:xfrm>
          <a:prstGeom prst="rect">
            <a:avLst/>
          </a:prstGeom>
          <a:noFill/>
        </p:spPr>
        <p:txBody>
          <a:bodyPr wrap="square" lIns="0" tIns="0" rIns="0" bIns="0" anchor="t">
            <a:noAutofit/>
          </a:bodyPr>
          <a:lstStyle/>
          <a:p>
            <a:pPr marL="0" indent="0">
              <a:lnSpc>
                <a:spcPct val="115000"/>
              </a:lnSpc>
              <a:buNone/>
              <a:defRPr sz="1500">
                <a:solidFill>
                  <a:srgbClr val="5B6A6C"/>
                </a:solidFill>
                <a:latin typeface="Noto Sans KR"/>
                <a:ea typeface="Noto Sans KR"/>
                <a:cs typeface="Noto Sans KR"/>
              </a:defRPr>
            </a:pPr>
            <a:r>
              <a:rPr sz="1500">
                <a:solidFill>
                  <a:srgbClr val="5B6A6C"/>
                </a:solidFill>
                <a:latin typeface="Noto Sans KR"/>
                <a:ea typeface="Noto Sans KR"/>
                <a:cs typeface="Noto Sans KR"/>
              </a:rPr>
              <a:t>범위·추정 공수·병목 검토</a:t>
            </a:r>
            <a:endParaRPr sz="1000"/>
          </a:p>
        </p:txBody>
      </p:sp>
      <p:sp>
        <p:nvSpPr>
          <p:cNvPr id="32" name="Text 29">
            <a:extLst>
              <a:ext uri="{FF2B5EF4-FFF2-40B4-BE49-F238E27FC236}">
                <a16:creationId xmlns:a16="http://schemas.microsoft.com/office/drawing/2014/main" id="{A3B29D01-35C4-43B1-B50B-3303C819D1AD}"/>
              </a:ext>
            </a:extLst>
          </p:cNvPr>
          <p:cNvSpPr>
            <a:spLocks noGrp="1"/>
          </p:cNvSpPr>
          <p:nvPr/>
        </p:nvSpPr>
        <p:spPr>
          <a:xfrm>
            <a:off x="8001000" y="6053328"/>
            <a:ext cx="3550615" cy="320040"/>
          </a:xfrm>
          <a:prstGeom prst="rect">
            <a:avLst/>
          </a:prstGeom>
          <a:noFill/>
        </p:spPr>
        <p:txBody>
          <a:bodyPr wrap="square" lIns="0" tIns="0" rIns="0" bIns="0" anchor="ctr">
            <a:noAutofit/>
          </a:bodyPr>
          <a:lstStyle/>
          <a:p>
            <a:pPr marL="0" indent="0">
              <a:lnSpc>
                <a:spcPct val="115000"/>
              </a:lnSpc>
              <a:buNone/>
              <a:defRPr sz="1350" b="1">
                <a:solidFill>
                  <a:srgbClr val="247C85"/>
                </a:solidFill>
                <a:latin typeface="Noto Sans KR"/>
                <a:ea typeface="Noto Sans KR"/>
                <a:cs typeface="Noto Sans KR"/>
              </a:defRPr>
            </a:pPr>
            <a:r>
              <a:rPr sz="1350" b="1">
                <a:solidFill>
                  <a:srgbClr val="247C85"/>
                </a:solidFill>
                <a:latin typeface="Noto Sans KR"/>
                <a:ea typeface="Noto Sans KR"/>
                <a:cs typeface="Noto Sans KR"/>
              </a:rPr>
              <a:t>완성 진척은 진행 중 이슈의 공수 비율 근사 포함</a:t>
            </a:r>
            <a:endParaRPr sz="1050"/>
          </a:p>
        </p:txBody>
      </p:sp>
      <p:pic>
        <p:nvPicPr>
          <p:cNvPr id="68" name="Image 1"/>
          <p:cNvPicPr>
            <a:picLocks noChangeAspect="1"/>
          </p:cNvPicPr>
          <p:nvPr/>
        </p:nvPicPr>
        <p:blipFill>
          <a:blip r:embed="rId3"/>
          <a:stretch>
            <a:fillRect/>
          </a:stretch>
        </p:blipFill>
        <p:spPr>
          <a:xfrm>
            <a:off x="640080" y="6419088"/>
            <a:ext cx="786384" cy="180137"/>
          </a:xfrm>
          <a:prstGeom prst="rect">
            <a:avLst/>
          </a:prstGeom>
        </p:spPr>
      </p:pic>
      <p:sp>
        <p:nvSpPr>
          <p:cNvPr id="34" name="Text 30">
            <a:extLst>
              <a:ext uri="{FF2B5EF4-FFF2-40B4-BE49-F238E27FC236}">
                <a16:creationId xmlns:a16="http://schemas.microsoft.com/office/drawing/2014/main" id="{A85F0D6B-9102-4687-AD4B-7BD3BA2F6947}"/>
              </a:ext>
            </a:extLst>
          </p:cNvPr>
          <p:cNvSpPr>
            <a:spLocks noGrp="1"/>
          </p:cNvSpPr>
          <p:nvPr/>
        </p:nvSpPr>
        <p:spPr>
          <a:xfrm>
            <a:off x="1600200" y="6391656"/>
            <a:ext cx="5943600" cy="256032"/>
          </a:xfrm>
          <a:prstGeom prst="rect">
            <a:avLst/>
          </a:prstGeom>
          <a:noFill/>
        </p:spPr>
        <p:txBody>
          <a:bodyPr wrap="square" lIns="0" tIns="0" rIns="0" bIns="0" anchor="ctr"/>
          <a:lstStyle/>
          <a:p>
            <a:pPr marL="0" indent="0">
              <a:lnSpc>
                <a:spcPct val="115000"/>
              </a:lnSpc>
              <a:buNone/>
            </a:pPr>
            <a:r>
              <a:rPr sz="850" spc="100">
                <a:solidFill>
                  <a:srgbClr val="5B6A6C"/>
                </a:solidFill>
                <a:latin typeface="Noto Sans KR"/>
                <a:ea typeface="Noto Sans KR"/>
                <a:cs typeface="Noto Sans KR"/>
              </a:rPr>
              <a:t>Moves Workforce  ·  PRODUCT INTRODUCTION</a:t>
            </a:r>
            <a:endParaRPr sz="850"/>
          </a:p>
        </p:txBody>
      </p:sp>
      <p:sp>
        <p:nvSpPr>
          <p:cNvPr id="35" name="Text 31">
            <a:extLst>
              <a:ext uri="{FF2B5EF4-FFF2-40B4-BE49-F238E27FC236}">
                <a16:creationId xmlns:a16="http://schemas.microsoft.com/office/drawing/2014/main" id="{94DFF22C-1AD3-4A36-B108-910276BBB528}"/>
              </a:ext>
            </a:extLst>
          </p:cNvPr>
          <p:cNvSpPr>
            <a:spLocks noGrp="1"/>
          </p:cNvSpPr>
          <p:nvPr/>
        </p:nvSpPr>
        <p:spPr>
          <a:xfrm>
            <a:off x="10088575" y="6391656"/>
            <a:ext cx="1463040" cy="256032"/>
          </a:xfrm>
          <a:prstGeom prst="rect">
            <a:avLst/>
          </a:prstGeom>
          <a:noFill/>
        </p:spPr>
        <p:txBody>
          <a:bodyPr wrap="square" lIns="0" tIns="0" rIns="0" bIns="0" anchor="ctr"/>
          <a:lstStyle/>
          <a:p>
            <a:pPr marL="0" indent="0" algn="r">
              <a:lnSpc>
                <a:spcPct val="115000"/>
              </a:lnSpc>
              <a:buNone/>
              <a:defRPr sz="900">
                <a:latin typeface="Noto Sans KR"/>
                <a:ea typeface="Noto Sans KR"/>
                <a:cs typeface="Noto Sans KR"/>
              </a:defRPr>
            </a:pPr>
            <a:r>
              <a:rPr sz="900" spc="100">
                <a:solidFill>
                  <a:srgbClr val="5B6A6C"/>
                </a:solidFill>
                <a:latin typeface="Noto Sans KR"/>
                <a:ea typeface="Noto Sans KR"/>
                <a:cs typeface="Noto Sans KR"/>
              </a:rPr>
              <a:t>05 / 12</a:t>
            </a:r>
            <a:endParaRPr sz="850"/>
          </a:p>
        </p:txBody>
      </p:sp>
      <p:pic>
        <p:nvPicPr>
          <p:cNvPr id="71" name="그림 70"/>
          <p:cNvPicPr>
            <a:picLocks noChangeAspect="1"/>
          </p:cNvPicPr>
          <p:nvPr/>
        </p:nvPicPr>
        <p:blipFill>
          <a:blip r:embed="rId4"/>
          <a:stretch/>
        </p:blipFill>
        <p:spPr>
          <a:xfrm>
            <a:off x="790575" y="2575773"/>
            <a:ext cx="6610350" cy="2792303"/>
          </a:xfrm>
          <a:prstGeom prst="rect">
            <a:avLst/>
          </a:prstGeom>
        </p:spPr>
      </p:pic>
    </p:spTree>
    <p:extLst>
      <p:ext uri="{BB962C8B-B14F-4D97-AF65-F5344CB8AC3E}">
        <p14:creationId xmlns:p14="http://schemas.microsoft.com/office/powerpoint/2010/main" val="6702464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4990DEB-63B9-4BE1-BD3F-DDCCFFFE020F}"/>
              </a:ext>
            </a:extLst>
          </p:cNvPr>
          <p:cNvSpPr>
            <a:spLocks noGrp="1"/>
          </p:cNvSpPr>
          <p:nvPr/>
        </p:nvSpPr>
        <p:spPr>
          <a:xfrm>
            <a:off x="640080" y="475488"/>
            <a:ext cx="8138160" cy="274320"/>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1100" b="1" spc="300">
                <a:solidFill>
                  <a:srgbClr val="3B9DA1"/>
                </a:solidFill>
                <a:latin typeface="Noto Sans KR"/>
                <a:ea typeface="Noto Sans KR"/>
                <a:cs typeface="Noto Sans KR"/>
              </a:rPr>
              <a:t>RESOURCE VIEW · 인력 현황</a:t>
            </a:r>
            <a:endParaRPr sz="1100"/>
          </a:p>
        </p:txBody>
      </p:sp>
      <p:sp>
        <p:nvSpPr>
          <p:cNvPr id="3" name="Text 1">
            <a:extLst>
              <a:ext uri="{FF2B5EF4-FFF2-40B4-BE49-F238E27FC236}">
                <a16:creationId xmlns:a16="http://schemas.microsoft.com/office/drawing/2014/main" id="{C0232036-C855-4C37-9A9E-A3B39C8B6FD0}"/>
              </a:ext>
            </a:extLst>
          </p:cNvPr>
          <p:cNvSpPr>
            <a:spLocks noGrp="1"/>
          </p:cNvSpPr>
          <p:nvPr/>
        </p:nvSpPr>
        <p:spPr>
          <a:xfrm>
            <a:off x="640080" y="749808"/>
            <a:ext cx="10881360" cy="685800"/>
          </a:xfrm>
          <a:prstGeom prst="rect">
            <a:avLst/>
          </a:prstGeom>
          <a:noFill/>
        </p:spPr>
        <p:txBody>
          <a:bodyPr wrap="square" lIns="0" tIns="0" rIns="0" bIns="0" anchor="t">
            <a:noAutofit/>
          </a:bodyPr>
          <a:lstStyle/>
          <a:p>
            <a:pPr marL="0" indent="0">
              <a:lnSpc>
                <a:spcPct val="115000"/>
              </a:lnSpc>
              <a:buNone/>
              <a:defRPr sz="2850" b="1">
                <a:solidFill>
                  <a:srgbClr val="172A2D"/>
                </a:solidFill>
                <a:latin typeface="Noto Sans KR"/>
                <a:ea typeface="Noto Sans KR"/>
                <a:cs typeface="Noto Sans KR"/>
              </a:defRPr>
            </a:pPr>
            <a:r>
              <a:rPr sz="2850" b="1">
                <a:solidFill>
                  <a:srgbClr val="172A2D"/>
                </a:solidFill>
                <a:latin typeface="Noto Sans KR"/>
                <a:ea typeface="Noto Sans KR"/>
                <a:cs typeface="Noto Sans KR"/>
              </a:rPr>
              <a:t>가용 공수와 기록 공수로 부하를 살핍니다</a:t>
            </a:r>
            <a:endParaRPr sz="2600"/>
          </a:p>
        </p:txBody>
      </p:sp>
      <p:sp>
        <p:nvSpPr>
          <p:cNvPr id="4" name="Text 2">
            <a:extLst>
              <a:ext uri="{FF2B5EF4-FFF2-40B4-BE49-F238E27FC236}">
                <a16:creationId xmlns:a16="http://schemas.microsoft.com/office/drawing/2014/main" id="{89842382-C36F-4DA5-B061-1BD3E3B94F0C}"/>
              </a:ext>
            </a:extLst>
          </p:cNvPr>
          <p:cNvSpPr>
            <a:spLocks noGrp="1"/>
          </p:cNvSpPr>
          <p:nvPr/>
        </p:nvSpPr>
        <p:spPr>
          <a:xfrm>
            <a:off x="640080" y="1572768"/>
            <a:ext cx="10881360" cy="365760"/>
          </a:xfrm>
          <a:prstGeom prst="rect">
            <a:avLst/>
          </a:prstGeom>
          <a:noFill/>
        </p:spPr>
        <p:txBody>
          <a:bodyPr wrap="square" lIns="0" tIns="0" rIns="0" bIns="0" anchor="ctr">
            <a:noAutofit/>
          </a:bodyPr>
          <a:lstStyle/>
          <a:p>
            <a:pPr marL="0" indent="0">
              <a:lnSpc>
                <a:spcPct val="115000"/>
              </a:lnSpc>
              <a:buNone/>
              <a:defRPr sz="1950">
                <a:latin typeface="Noto Sans KR"/>
                <a:ea typeface="Noto Sans KR"/>
                <a:cs typeface="Noto Sans KR"/>
              </a:defRPr>
            </a:pPr>
            <a:r>
              <a:rPr sz="1950">
                <a:solidFill>
                  <a:srgbClr val="5B6A6C"/>
                </a:solidFill>
                <a:latin typeface="Noto Sans KR"/>
                <a:ea typeface="Noto Sans KR"/>
                <a:cs typeface="Noto Sans KR"/>
              </a:rPr>
              <a:t>“누가 과부하이고 누가 여유인가?”</a:t>
            </a:r>
            <a:endParaRPr sz="1200"/>
          </a:p>
        </p:txBody>
      </p:sp>
      <p:sp>
        <p:nvSpPr>
          <p:cNvPr id="5" name="Shape 3">
            <a:extLst>
              <a:ext uri="{FF2B5EF4-FFF2-40B4-BE49-F238E27FC236}">
                <a16:creationId xmlns:a16="http://schemas.microsoft.com/office/drawing/2014/main" id="{4D6F313F-A99C-41B5-BE05-2645FE0DBEBA}"/>
              </a:ext>
            </a:extLst>
          </p:cNvPr>
          <p:cNvSpPr>
            <a:spLocks noGrp="1"/>
          </p:cNvSpPr>
          <p:nvPr/>
        </p:nvSpPr>
        <p:spPr>
          <a:xfrm>
            <a:off x="640080" y="2148840"/>
            <a:ext cx="2419274" cy="2331720"/>
          </a:xfrm>
          <a:prstGeom prst="roundRect">
            <a:avLst>
              <a:gd name="adj" fmla="val 3529"/>
            </a:avLst>
          </a:prstGeom>
          <a:solidFill>
            <a:srgbClr val="FFFFFF"/>
          </a:solidFill>
          <a:ln w="15875">
            <a:solidFill>
              <a:srgbClr val="DCE8E9"/>
            </a:solidFill>
            <a:prstDash val="solid"/>
          </a:ln>
        </p:spPr>
        <p:txBody>
          <a:bodyPr/>
          <a:lstStyle/>
          <a:p>
            <a:endParaRPr lang="ko-KR" altLang="en-US"/>
          </a:p>
        </p:txBody>
      </p:sp>
      <p:sp>
        <p:nvSpPr>
          <p:cNvPr id="6" name="Shape 4">
            <a:extLst>
              <a:ext uri="{FF2B5EF4-FFF2-40B4-BE49-F238E27FC236}">
                <a16:creationId xmlns:a16="http://schemas.microsoft.com/office/drawing/2014/main" id="{E176A0D0-F173-40F8-9BE6-985E2C6E989F}"/>
              </a:ext>
            </a:extLst>
          </p:cNvPr>
          <p:cNvSpPr>
            <a:spLocks noGrp="1"/>
          </p:cNvSpPr>
          <p:nvPr/>
        </p:nvSpPr>
        <p:spPr>
          <a:xfrm>
            <a:off x="914400" y="2404872"/>
            <a:ext cx="566928" cy="566928"/>
          </a:xfrm>
          <a:prstGeom prst="ellipse">
            <a:avLst/>
          </a:prstGeom>
          <a:solidFill>
            <a:srgbClr val="D6EEF0"/>
          </a:solidFill>
        </p:spPr>
        <p:txBody>
          <a:bodyPr/>
          <a:lstStyle/>
          <a:p>
            <a:endParaRPr lang="ko-KR" altLang="en-US"/>
          </a:p>
        </p:txBody>
      </p:sp>
      <p:pic>
        <p:nvPicPr>
          <p:cNvPr id="55" name="Image 0"/>
          <p:cNvPicPr>
            <a:picLocks noChangeAspect="1"/>
          </p:cNvPicPr>
          <p:nvPr/>
        </p:nvPicPr>
        <p:blipFill>
          <a:blip r:embed="rId3"/>
          <a:stretch>
            <a:fillRect/>
          </a:stretch>
        </p:blipFill>
        <p:spPr>
          <a:xfrm>
            <a:off x="1067471" y="2557943"/>
            <a:ext cx="260787" cy="260787"/>
          </a:xfrm>
          <a:prstGeom prst="rect">
            <a:avLst/>
          </a:prstGeom>
        </p:spPr>
      </p:pic>
      <p:sp>
        <p:nvSpPr>
          <p:cNvPr id="8" name="Text 5">
            <a:extLst>
              <a:ext uri="{FF2B5EF4-FFF2-40B4-BE49-F238E27FC236}">
                <a16:creationId xmlns:a16="http://schemas.microsoft.com/office/drawing/2014/main" id="{B886F007-5619-4CD4-A82F-30AAF9EB6393}"/>
              </a:ext>
            </a:extLst>
          </p:cNvPr>
          <p:cNvSpPr>
            <a:spLocks noGrp="1"/>
          </p:cNvSpPr>
          <p:nvPr/>
        </p:nvSpPr>
        <p:spPr>
          <a:xfrm>
            <a:off x="1572768" y="2423160"/>
            <a:ext cx="1413434" cy="502920"/>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2200" b="1">
                <a:solidFill>
                  <a:srgbClr val="2C7E82"/>
                </a:solidFill>
                <a:latin typeface="Noto Sans KR"/>
                <a:ea typeface="Noto Sans KR"/>
                <a:cs typeface="Noto Sans KR"/>
              </a:rPr>
              <a:t>MD</a:t>
            </a:r>
            <a:endParaRPr sz="2200"/>
          </a:p>
        </p:txBody>
      </p:sp>
      <p:sp>
        <p:nvSpPr>
          <p:cNvPr id="9" name="Text 6">
            <a:extLst>
              <a:ext uri="{FF2B5EF4-FFF2-40B4-BE49-F238E27FC236}">
                <a16:creationId xmlns:a16="http://schemas.microsoft.com/office/drawing/2014/main" id="{A9CCCDAB-0327-45BE-BBD1-5B42C13823C5}"/>
              </a:ext>
            </a:extLst>
          </p:cNvPr>
          <p:cNvSpPr>
            <a:spLocks noGrp="1"/>
          </p:cNvSpPr>
          <p:nvPr/>
        </p:nvSpPr>
        <p:spPr>
          <a:xfrm>
            <a:off x="914400" y="3172968"/>
            <a:ext cx="1916354" cy="292608"/>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1150" b="1">
                <a:solidFill>
                  <a:srgbClr val="17282B"/>
                </a:solidFill>
                <a:latin typeface="Noto Sans KR"/>
                <a:ea typeface="Noto Sans KR"/>
                <a:cs typeface="Noto Sans KR"/>
              </a:rPr>
              <a:t>기록 시간 환산</a:t>
            </a:r>
            <a:endParaRPr sz="1150"/>
          </a:p>
        </p:txBody>
      </p:sp>
      <p:sp>
        <p:nvSpPr>
          <p:cNvPr id="10" name="Text 7">
            <a:extLst>
              <a:ext uri="{FF2B5EF4-FFF2-40B4-BE49-F238E27FC236}">
                <a16:creationId xmlns:a16="http://schemas.microsoft.com/office/drawing/2014/main" id="{359DBC37-FCA3-4D37-88B3-D8C4BF7A156A}"/>
              </a:ext>
            </a:extLst>
          </p:cNvPr>
          <p:cNvSpPr>
            <a:spLocks noGrp="1"/>
          </p:cNvSpPr>
          <p:nvPr/>
        </p:nvSpPr>
        <p:spPr>
          <a:xfrm>
            <a:off x="914400" y="3483864"/>
            <a:ext cx="1943786" cy="914400"/>
          </a:xfrm>
          <a:prstGeom prst="rect">
            <a:avLst/>
          </a:prstGeom>
          <a:noFill/>
        </p:spPr>
        <p:txBody>
          <a:bodyPr wrap="square" lIns="0" tIns="0" rIns="0" bIns="0" anchor="t">
            <a:noAutofit/>
          </a:bodyPr>
          <a:lstStyle/>
          <a:p>
            <a:pPr marL="0" indent="0">
              <a:lnSpc>
                <a:spcPct val="115000"/>
              </a:lnSpc>
              <a:buNone/>
              <a:defRPr sz="1725">
                <a:latin typeface="Noto Sans KR"/>
                <a:ea typeface="Noto Sans KR"/>
                <a:cs typeface="Noto Sans KR"/>
              </a:defRPr>
            </a:pPr>
            <a:r>
              <a:rPr sz="1725">
                <a:solidFill>
                  <a:srgbClr val="5B6A6C"/>
                </a:solidFill>
                <a:latin typeface="Noto Sans KR"/>
                <a:ea typeface="Noto Sans KR"/>
                <a:cs typeface="Noto Sans KR"/>
              </a:rPr>
              <a:t>워크로그 시간 ÷</a:t>
            </a:r>
            <a:endParaRPr sz="950"/>
          </a:p>
          <a:p>
            <a:pPr marL="0" indent="0">
              <a:lnSpc>
                <a:spcPct val="115000"/>
              </a:lnSpc>
              <a:buNone/>
              <a:defRPr sz="1725">
                <a:latin typeface="Noto Sans KR"/>
                <a:ea typeface="Noto Sans KR"/>
                <a:cs typeface="Noto Sans KR"/>
              </a:defRPr>
            </a:pPr>
            <a:r>
              <a:rPr sz="1725">
                <a:solidFill>
                  <a:srgbClr val="5B6A6C"/>
                </a:solidFill>
                <a:latin typeface="Noto Sans KR"/>
                <a:ea typeface="Noto Sans KR"/>
                <a:cs typeface="Noto Sans KR"/>
              </a:rPr>
              <a:t>1일 근무 시간</a:t>
            </a:r>
            <a:endParaRPr sz="950"/>
          </a:p>
        </p:txBody>
      </p:sp>
      <p:sp>
        <p:nvSpPr>
          <p:cNvPr id="11" name="Shape 8">
            <a:extLst>
              <a:ext uri="{FF2B5EF4-FFF2-40B4-BE49-F238E27FC236}">
                <a16:creationId xmlns:a16="http://schemas.microsoft.com/office/drawing/2014/main" id="{600E7810-24DE-4BEC-ABF2-4E7910A553E5}"/>
              </a:ext>
            </a:extLst>
          </p:cNvPr>
          <p:cNvSpPr>
            <a:spLocks noGrp="1"/>
          </p:cNvSpPr>
          <p:nvPr/>
        </p:nvSpPr>
        <p:spPr>
          <a:xfrm>
            <a:off x="3470834" y="2148840"/>
            <a:ext cx="2419274" cy="2331720"/>
          </a:xfrm>
          <a:prstGeom prst="roundRect">
            <a:avLst>
              <a:gd name="adj" fmla="val 3529"/>
            </a:avLst>
          </a:prstGeom>
          <a:solidFill>
            <a:srgbClr val="FFFFFF"/>
          </a:solidFill>
          <a:ln w="15875">
            <a:solidFill>
              <a:srgbClr val="DCE8E9"/>
            </a:solidFill>
            <a:prstDash val="solid"/>
          </a:ln>
        </p:spPr>
        <p:txBody>
          <a:bodyPr/>
          <a:lstStyle/>
          <a:p>
            <a:endParaRPr lang="ko-KR" altLang="en-US"/>
          </a:p>
        </p:txBody>
      </p:sp>
      <p:sp>
        <p:nvSpPr>
          <p:cNvPr id="12" name="Shape 9">
            <a:extLst>
              <a:ext uri="{FF2B5EF4-FFF2-40B4-BE49-F238E27FC236}">
                <a16:creationId xmlns:a16="http://schemas.microsoft.com/office/drawing/2014/main" id="{3B9CD7BB-2CF5-4BEC-AD05-169CE390CE7D}"/>
              </a:ext>
            </a:extLst>
          </p:cNvPr>
          <p:cNvSpPr>
            <a:spLocks noGrp="1"/>
          </p:cNvSpPr>
          <p:nvPr/>
        </p:nvSpPr>
        <p:spPr>
          <a:xfrm>
            <a:off x="3745154" y="2404872"/>
            <a:ext cx="566928" cy="566928"/>
          </a:xfrm>
          <a:prstGeom prst="ellipse">
            <a:avLst/>
          </a:prstGeom>
          <a:solidFill>
            <a:srgbClr val="D6EEF0"/>
          </a:solidFill>
        </p:spPr>
        <p:txBody>
          <a:bodyPr/>
          <a:lstStyle/>
          <a:p>
            <a:endParaRPr lang="ko-KR" altLang="en-US"/>
          </a:p>
        </p:txBody>
      </p:sp>
      <p:pic>
        <p:nvPicPr>
          <p:cNvPr id="61" name="Image 1"/>
          <p:cNvPicPr>
            <a:picLocks noChangeAspect="1"/>
          </p:cNvPicPr>
          <p:nvPr/>
        </p:nvPicPr>
        <p:blipFill>
          <a:blip r:embed="rId4"/>
          <a:stretch>
            <a:fillRect/>
          </a:stretch>
        </p:blipFill>
        <p:spPr>
          <a:xfrm>
            <a:off x="3898224" y="2557943"/>
            <a:ext cx="260787" cy="260787"/>
          </a:xfrm>
          <a:prstGeom prst="rect">
            <a:avLst/>
          </a:prstGeom>
        </p:spPr>
      </p:pic>
      <p:sp>
        <p:nvSpPr>
          <p:cNvPr id="14" name="Text 10">
            <a:extLst>
              <a:ext uri="{FF2B5EF4-FFF2-40B4-BE49-F238E27FC236}">
                <a16:creationId xmlns:a16="http://schemas.microsoft.com/office/drawing/2014/main" id="{49BAE9C1-E0A1-469A-BA21-261106884E19}"/>
              </a:ext>
            </a:extLst>
          </p:cNvPr>
          <p:cNvSpPr>
            <a:spLocks noGrp="1"/>
          </p:cNvSpPr>
          <p:nvPr/>
        </p:nvSpPr>
        <p:spPr>
          <a:xfrm>
            <a:off x="4403522" y="2423160"/>
            <a:ext cx="1413434" cy="502920"/>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2200" b="1">
                <a:solidFill>
                  <a:srgbClr val="2C7E82"/>
                </a:solidFill>
                <a:latin typeface="Noto Sans KR"/>
                <a:ea typeface="Noto Sans KR"/>
                <a:cs typeface="Noto Sans KR"/>
              </a:rPr>
              <a:t>MM</a:t>
            </a:r>
            <a:endParaRPr sz="2200"/>
          </a:p>
        </p:txBody>
      </p:sp>
      <p:sp>
        <p:nvSpPr>
          <p:cNvPr id="15" name="Text 11">
            <a:extLst>
              <a:ext uri="{FF2B5EF4-FFF2-40B4-BE49-F238E27FC236}">
                <a16:creationId xmlns:a16="http://schemas.microsoft.com/office/drawing/2014/main" id="{27AA9227-6958-41D5-B287-E81C53532B1B}"/>
              </a:ext>
            </a:extLst>
          </p:cNvPr>
          <p:cNvSpPr>
            <a:spLocks noGrp="1"/>
          </p:cNvSpPr>
          <p:nvPr/>
        </p:nvSpPr>
        <p:spPr>
          <a:xfrm>
            <a:off x="3745154" y="3172968"/>
            <a:ext cx="1916354" cy="292608"/>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1150" b="1">
                <a:solidFill>
                  <a:srgbClr val="17282B"/>
                </a:solidFill>
                <a:latin typeface="Noto Sans KR"/>
                <a:ea typeface="Noto Sans KR"/>
                <a:cs typeface="Noto Sans KR"/>
              </a:rPr>
              <a:t>월별 근무 기준</a:t>
            </a:r>
            <a:endParaRPr sz="1150"/>
          </a:p>
        </p:txBody>
      </p:sp>
      <p:sp>
        <p:nvSpPr>
          <p:cNvPr id="16" name="Text 12">
            <a:extLst>
              <a:ext uri="{FF2B5EF4-FFF2-40B4-BE49-F238E27FC236}">
                <a16:creationId xmlns:a16="http://schemas.microsoft.com/office/drawing/2014/main" id="{32BAA06B-1E3E-4B5B-90E0-6E36DD2B38E1}"/>
              </a:ext>
            </a:extLst>
          </p:cNvPr>
          <p:cNvSpPr>
            <a:spLocks noGrp="1"/>
          </p:cNvSpPr>
          <p:nvPr/>
        </p:nvSpPr>
        <p:spPr>
          <a:xfrm>
            <a:off x="3745154" y="3483864"/>
            <a:ext cx="1943786" cy="914400"/>
          </a:xfrm>
          <a:prstGeom prst="rect">
            <a:avLst/>
          </a:prstGeom>
          <a:noFill/>
        </p:spPr>
        <p:txBody>
          <a:bodyPr wrap="square" lIns="0" tIns="0" rIns="0" bIns="0" anchor="t">
            <a:noAutofit/>
          </a:bodyPr>
          <a:lstStyle/>
          <a:p>
            <a:pPr marL="0" indent="0">
              <a:lnSpc>
                <a:spcPct val="115000"/>
              </a:lnSpc>
              <a:buNone/>
              <a:defRPr sz="1725">
                <a:latin typeface="Noto Sans KR"/>
                <a:ea typeface="Noto Sans KR"/>
                <a:cs typeface="Noto Sans KR"/>
              </a:defRPr>
            </a:pPr>
            <a:r>
              <a:rPr sz="1725">
                <a:solidFill>
                  <a:srgbClr val="5B6A6C"/>
                </a:solidFill>
                <a:latin typeface="Noto Sans KR"/>
                <a:ea typeface="Noto Sans KR"/>
                <a:cs typeface="Noto Sans KR"/>
              </a:rPr>
              <a:t>월 투입 MD ÷</a:t>
            </a:r>
            <a:endParaRPr sz="950"/>
          </a:p>
          <a:p>
            <a:pPr marL="0" indent="0">
              <a:lnSpc>
                <a:spcPct val="115000"/>
              </a:lnSpc>
              <a:buNone/>
              <a:defRPr sz="1725">
                <a:latin typeface="Noto Sans KR"/>
                <a:ea typeface="Noto Sans KR"/>
                <a:cs typeface="Noto Sans KR"/>
              </a:defRPr>
            </a:pPr>
            <a:r>
              <a:rPr sz="1725">
                <a:solidFill>
                  <a:srgbClr val="5B6A6C"/>
                </a:solidFill>
                <a:latin typeface="Noto Sans KR"/>
                <a:ea typeface="Noto Sans KR"/>
                <a:cs typeface="Noto Sans KR"/>
              </a:rPr>
              <a:t>월 기준 근무 MD</a:t>
            </a:r>
            <a:endParaRPr sz="950"/>
          </a:p>
        </p:txBody>
      </p:sp>
      <p:sp>
        <p:nvSpPr>
          <p:cNvPr id="17" name="Shape 13">
            <a:extLst>
              <a:ext uri="{FF2B5EF4-FFF2-40B4-BE49-F238E27FC236}">
                <a16:creationId xmlns:a16="http://schemas.microsoft.com/office/drawing/2014/main" id="{1880D9B5-5FA0-4BCE-94E9-D492E3750735}"/>
              </a:ext>
            </a:extLst>
          </p:cNvPr>
          <p:cNvSpPr>
            <a:spLocks noGrp="1"/>
          </p:cNvSpPr>
          <p:nvPr/>
        </p:nvSpPr>
        <p:spPr>
          <a:xfrm>
            <a:off x="6301588" y="2148840"/>
            <a:ext cx="2419274" cy="2331720"/>
          </a:xfrm>
          <a:prstGeom prst="roundRect">
            <a:avLst>
              <a:gd name="adj" fmla="val 3529"/>
            </a:avLst>
          </a:prstGeom>
          <a:solidFill>
            <a:srgbClr val="FFFFFF"/>
          </a:solidFill>
          <a:ln w="15875">
            <a:solidFill>
              <a:srgbClr val="DCE8E9"/>
            </a:solidFill>
            <a:prstDash val="solid"/>
          </a:ln>
        </p:spPr>
        <p:txBody>
          <a:bodyPr/>
          <a:lstStyle/>
          <a:p>
            <a:endParaRPr lang="ko-KR" altLang="en-US"/>
          </a:p>
        </p:txBody>
      </p:sp>
      <p:sp>
        <p:nvSpPr>
          <p:cNvPr id="18" name="Shape 14">
            <a:extLst>
              <a:ext uri="{FF2B5EF4-FFF2-40B4-BE49-F238E27FC236}">
                <a16:creationId xmlns:a16="http://schemas.microsoft.com/office/drawing/2014/main" id="{6D43DFF1-FC41-4651-B122-472637A04CD3}"/>
              </a:ext>
            </a:extLst>
          </p:cNvPr>
          <p:cNvSpPr>
            <a:spLocks noGrp="1"/>
          </p:cNvSpPr>
          <p:nvPr/>
        </p:nvSpPr>
        <p:spPr>
          <a:xfrm>
            <a:off x="6575908" y="2404872"/>
            <a:ext cx="566928" cy="566928"/>
          </a:xfrm>
          <a:prstGeom prst="ellipse">
            <a:avLst/>
          </a:prstGeom>
          <a:solidFill>
            <a:srgbClr val="D6EEF0"/>
          </a:solidFill>
        </p:spPr>
        <p:txBody>
          <a:bodyPr/>
          <a:lstStyle/>
          <a:p>
            <a:endParaRPr lang="ko-KR" altLang="en-US"/>
          </a:p>
        </p:txBody>
      </p:sp>
      <p:pic>
        <p:nvPicPr>
          <p:cNvPr id="67" name="Image 2"/>
          <p:cNvPicPr>
            <a:picLocks noChangeAspect="1"/>
          </p:cNvPicPr>
          <p:nvPr/>
        </p:nvPicPr>
        <p:blipFill>
          <a:blip r:embed="rId5"/>
          <a:stretch>
            <a:fillRect/>
          </a:stretch>
        </p:blipFill>
        <p:spPr>
          <a:xfrm>
            <a:off x="6728978" y="2557943"/>
            <a:ext cx="260787" cy="260787"/>
          </a:xfrm>
          <a:prstGeom prst="rect">
            <a:avLst/>
          </a:prstGeom>
        </p:spPr>
      </p:pic>
      <p:sp>
        <p:nvSpPr>
          <p:cNvPr id="20" name="Text 15">
            <a:extLst>
              <a:ext uri="{FF2B5EF4-FFF2-40B4-BE49-F238E27FC236}">
                <a16:creationId xmlns:a16="http://schemas.microsoft.com/office/drawing/2014/main" id="{7EECF0BE-0DCA-446A-AB03-BD85469C7A3B}"/>
              </a:ext>
            </a:extLst>
          </p:cNvPr>
          <p:cNvSpPr>
            <a:spLocks noGrp="1"/>
          </p:cNvSpPr>
          <p:nvPr/>
        </p:nvSpPr>
        <p:spPr>
          <a:xfrm>
            <a:off x="7234276" y="2423160"/>
            <a:ext cx="1413434" cy="502920"/>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2200" b="1">
                <a:solidFill>
                  <a:srgbClr val="2C7E82"/>
                </a:solidFill>
                <a:latin typeface="Noto Sans KR"/>
                <a:ea typeface="Noto Sans KR"/>
                <a:cs typeface="Noto Sans KR"/>
              </a:rPr>
              <a:t>가동률</a:t>
            </a:r>
            <a:endParaRPr sz="2200"/>
          </a:p>
        </p:txBody>
      </p:sp>
      <p:sp>
        <p:nvSpPr>
          <p:cNvPr id="21" name="Text 16">
            <a:extLst>
              <a:ext uri="{FF2B5EF4-FFF2-40B4-BE49-F238E27FC236}">
                <a16:creationId xmlns:a16="http://schemas.microsoft.com/office/drawing/2014/main" id="{2046E517-9F77-4839-8387-1507B938B84E}"/>
              </a:ext>
            </a:extLst>
          </p:cNvPr>
          <p:cNvSpPr>
            <a:spLocks noGrp="1"/>
          </p:cNvSpPr>
          <p:nvPr/>
        </p:nvSpPr>
        <p:spPr>
          <a:xfrm>
            <a:off x="6575908" y="3172968"/>
            <a:ext cx="1916354" cy="292608"/>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1150" b="1">
                <a:solidFill>
                  <a:srgbClr val="17282B"/>
                </a:solidFill>
                <a:latin typeface="Noto Sans KR"/>
                <a:ea typeface="Noto Sans KR"/>
                <a:cs typeface="Noto Sans KR"/>
              </a:rPr>
              <a:t>실효 가용 공수 대비</a:t>
            </a:r>
            <a:endParaRPr sz="1150"/>
          </a:p>
        </p:txBody>
      </p:sp>
      <p:sp>
        <p:nvSpPr>
          <p:cNvPr id="22" name="Text 17">
            <a:extLst>
              <a:ext uri="{FF2B5EF4-FFF2-40B4-BE49-F238E27FC236}">
                <a16:creationId xmlns:a16="http://schemas.microsoft.com/office/drawing/2014/main" id="{61164D42-4042-4274-ABCD-69D1810D03A7}"/>
              </a:ext>
            </a:extLst>
          </p:cNvPr>
          <p:cNvSpPr>
            <a:spLocks noGrp="1"/>
          </p:cNvSpPr>
          <p:nvPr/>
        </p:nvSpPr>
        <p:spPr>
          <a:xfrm>
            <a:off x="6575908" y="3483864"/>
            <a:ext cx="1943786" cy="914400"/>
          </a:xfrm>
          <a:prstGeom prst="rect">
            <a:avLst/>
          </a:prstGeom>
          <a:noFill/>
        </p:spPr>
        <p:txBody>
          <a:bodyPr wrap="square" lIns="0" tIns="0" rIns="0" bIns="0" anchor="t">
            <a:noAutofit/>
          </a:bodyPr>
          <a:lstStyle/>
          <a:p>
            <a:pPr marL="0" indent="0">
              <a:lnSpc>
                <a:spcPct val="115000"/>
              </a:lnSpc>
              <a:buNone/>
              <a:defRPr sz="1725">
                <a:latin typeface="Noto Sans KR"/>
                <a:ea typeface="Noto Sans KR"/>
                <a:cs typeface="Noto Sans KR"/>
              </a:defRPr>
            </a:pPr>
            <a:r>
              <a:rPr sz="1725">
                <a:solidFill>
                  <a:srgbClr val="5B6A6C"/>
                </a:solidFill>
                <a:latin typeface="Noto Sans KR"/>
                <a:ea typeface="Noto Sans KR"/>
                <a:cs typeface="Noto Sans KR"/>
              </a:rPr>
              <a:t>기록된 투입 공수 ÷</a:t>
            </a:r>
            <a:endParaRPr sz="950"/>
          </a:p>
          <a:p>
            <a:pPr marL="0" indent="0">
              <a:lnSpc>
                <a:spcPct val="115000"/>
              </a:lnSpc>
              <a:buNone/>
              <a:defRPr sz="1725">
                <a:latin typeface="Noto Sans KR"/>
                <a:ea typeface="Noto Sans KR"/>
                <a:cs typeface="Noto Sans KR"/>
              </a:defRPr>
            </a:pPr>
            <a:r>
              <a:rPr sz="1725">
                <a:solidFill>
                  <a:srgbClr val="5B6A6C"/>
                </a:solidFill>
                <a:latin typeface="Noto Sans KR"/>
                <a:ea typeface="Noto Sans KR"/>
                <a:cs typeface="Noto Sans KR"/>
              </a:rPr>
              <a:t>실효 가용 공수</a:t>
            </a:r>
            <a:endParaRPr sz="950"/>
          </a:p>
        </p:txBody>
      </p:sp>
      <p:sp>
        <p:nvSpPr>
          <p:cNvPr id="23" name="Shape 18">
            <a:extLst>
              <a:ext uri="{FF2B5EF4-FFF2-40B4-BE49-F238E27FC236}">
                <a16:creationId xmlns:a16="http://schemas.microsoft.com/office/drawing/2014/main" id="{0352A5DF-679C-4020-8E6F-10637E2288F9}"/>
              </a:ext>
            </a:extLst>
          </p:cNvPr>
          <p:cNvSpPr>
            <a:spLocks noGrp="1"/>
          </p:cNvSpPr>
          <p:nvPr/>
        </p:nvSpPr>
        <p:spPr>
          <a:xfrm>
            <a:off x="9132341" y="2148840"/>
            <a:ext cx="2419274" cy="2331720"/>
          </a:xfrm>
          <a:prstGeom prst="roundRect">
            <a:avLst>
              <a:gd name="adj" fmla="val 3529"/>
            </a:avLst>
          </a:prstGeom>
          <a:solidFill>
            <a:srgbClr val="FFFFFF"/>
          </a:solidFill>
          <a:ln w="15875">
            <a:solidFill>
              <a:srgbClr val="DCE8E9"/>
            </a:solidFill>
            <a:prstDash val="solid"/>
          </a:ln>
        </p:spPr>
        <p:txBody>
          <a:bodyPr/>
          <a:lstStyle/>
          <a:p>
            <a:endParaRPr lang="ko-KR" altLang="en-US"/>
          </a:p>
        </p:txBody>
      </p:sp>
      <p:sp>
        <p:nvSpPr>
          <p:cNvPr id="24" name="Shape 19">
            <a:extLst>
              <a:ext uri="{FF2B5EF4-FFF2-40B4-BE49-F238E27FC236}">
                <a16:creationId xmlns:a16="http://schemas.microsoft.com/office/drawing/2014/main" id="{8E6E7AD6-29E5-4292-9E5C-27BCC61B6898}"/>
              </a:ext>
            </a:extLst>
          </p:cNvPr>
          <p:cNvSpPr>
            <a:spLocks noGrp="1"/>
          </p:cNvSpPr>
          <p:nvPr/>
        </p:nvSpPr>
        <p:spPr>
          <a:xfrm>
            <a:off x="9406661" y="2404872"/>
            <a:ext cx="566928" cy="566928"/>
          </a:xfrm>
          <a:prstGeom prst="ellipse">
            <a:avLst/>
          </a:prstGeom>
          <a:solidFill>
            <a:srgbClr val="D6EEF0"/>
          </a:solidFill>
        </p:spPr>
        <p:txBody>
          <a:bodyPr/>
          <a:lstStyle/>
          <a:p>
            <a:endParaRPr lang="ko-KR" altLang="en-US"/>
          </a:p>
        </p:txBody>
      </p:sp>
      <p:pic>
        <p:nvPicPr>
          <p:cNvPr id="73" name="Image 3"/>
          <p:cNvPicPr>
            <a:picLocks noChangeAspect="1"/>
          </p:cNvPicPr>
          <p:nvPr/>
        </p:nvPicPr>
        <p:blipFill>
          <a:blip r:embed="rId6"/>
          <a:stretch>
            <a:fillRect/>
          </a:stretch>
        </p:blipFill>
        <p:spPr>
          <a:xfrm>
            <a:off x="9559732" y="2557943"/>
            <a:ext cx="260787" cy="260787"/>
          </a:xfrm>
          <a:prstGeom prst="rect">
            <a:avLst/>
          </a:prstGeom>
        </p:spPr>
      </p:pic>
      <p:sp>
        <p:nvSpPr>
          <p:cNvPr id="26" name="Text 20">
            <a:extLst>
              <a:ext uri="{FF2B5EF4-FFF2-40B4-BE49-F238E27FC236}">
                <a16:creationId xmlns:a16="http://schemas.microsoft.com/office/drawing/2014/main" id="{F230DCE7-6F15-4E92-8474-5F1F7EEC73D2}"/>
              </a:ext>
            </a:extLst>
          </p:cNvPr>
          <p:cNvSpPr>
            <a:spLocks noGrp="1"/>
          </p:cNvSpPr>
          <p:nvPr/>
        </p:nvSpPr>
        <p:spPr>
          <a:xfrm>
            <a:off x="10065029" y="2423160"/>
            <a:ext cx="1413434" cy="502920"/>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2200" b="1">
                <a:solidFill>
                  <a:srgbClr val="2C7E82"/>
                </a:solidFill>
                <a:latin typeface="Noto Sans KR"/>
                <a:ea typeface="Noto Sans KR"/>
                <a:cs typeface="Noto Sans KR"/>
              </a:rPr>
              <a:t>점검</a:t>
            </a:r>
            <a:endParaRPr sz="2200"/>
          </a:p>
        </p:txBody>
      </p:sp>
      <p:sp>
        <p:nvSpPr>
          <p:cNvPr id="27" name="Text 21">
            <a:extLst>
              <a:ext uri="{FF2B5EF4-FFF2-40B4-BE49-F238E27FC236}">
                <a16:creationId xmlns:a16="http://schemas.microsoft.com/office/drawing/2014/main" id="{7AED5C34-83F6-4342-94D3-7CE8E3DFB524}"/>
              </a:ext>
            </a:extLst>
          </p:cNvPr>
          <p:cNvSpPr>
            <a:spLocks noGrp="1"/>
          </p:cNvSpPr>
          <p:nvPr/>
        </p:nvSpPr>
        <p:spPr>
          <a:xfrm>
            <a:off x="9406661" y="3172968"/>
            <a:ext cx="1916354" cy="292608"/>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1150" b="1">
                <a:solidFill>
                  <a:srgbClr val="17282B"/>
                </a:solidFill>
                <a:latin typeface="Noto Sans KR"/>
                <a:ea typeface="Noto Sans KR"/>
                <a:cs typeface="Noto Sans KR"/>
              </a:rPr>
              <a:t>분모와 기록 품질</a:t>
            </a:r>
            <a:endParaRPr sz="1150"/>
          </a:p>
        </p:txBody>
      </p:sp>
      <p:sp>
        <p:nvSpPr>
          <p:cNvPr id="28" name="Text 22">
            <a:extLst>
              <a:ext uri="{FF2B5EF4-FFF2-40B4-BE49-F238E27FC236}">
                <a16:creationId xmlns:a16="http://schemas.microsoft.com/office/drawing/2014/main" id="{98C79CFA-AB4F-4EE3-80A2-13D1965275C6}"/>
              </a:ext>
            </a:extLst>
          </p:cNvPr>
          <p:cNvSpPr>
            <a:spLocks noGrp="1"/>
          </p:cNvSpPr>
          <p:nvPr/>
        </p:nvSpPr>
        <p:spPr>
          <a:xfrm>
            <a:off x="9406661" y="3483864"/>
            <a:ext cx="1943786" cy="914400"/>
          </a:xfrm>
          <a:prstGeom prst="rect">
            <a:avLst/>
          </a:prstGeom>
          <a:noFill/>
        </p:spPr>
        <p:txBody>
          <a:bodyPr wrap="square" lIns="0" tIns="0" rIns="0" bIns="0" anchor="t">
            <a:noAutofit/>
          </a:bodyPr>
          <a:lstStyle/>
          <a:p>
            <a:pPr marL="0" indent="0">
              <a:lnSpc>
                <a:spcPct val="115000"/>
              </a:lnSpc>
              <a:buNone/>
              <a:defRPr sz="1725">
                <a:latin typeface="Noto Sans KR"/>
                <a:ea typeface="Noto Sans KR"/>
                <a:cs typeface="Noto Sans KR"/>
              </a:defRPr>
            </a:pPr>
            <a:r>
              <a:rPr sz="1725">
                <a:solidFill>
                  <a:srgbClr val="5B6A6C"/>
                </a:solidFill>
                <a:latin typeface="Noto Sans KR"/>
                <a:ea typeface="Noto Sans KR"/>
                <a:cs typeface="Noto Sans KR"/>
              </a:rPr>
              <a:t>참여 기간·휴일 확인</a:t>
            </a:r>
            <a:endParaRPr sz="950"/>
          </a:p>
          <a:p>
            <a:pPr marL="0" indent="0">
              <a:lnSpc>
                <a:spcPct val="115000"/>
              </a:lnSpc>
              <a:buNone/>
              <a:defRPr sz="1725">
                <a:latin typeface="Noto Sans KR"/>
                <a:ea typeface="Noto Sans KR"/>
                <a:cs typeface="Noto Sans KR"/>
              </a:defRPr>
            </a:pPr>
            <a:r>
              <a:rPr sz="1725">
                <a:solidFill>
                  <a:srgbClr val="5B6A6C"/>
                </a:solidFill>
                <a:latin typeface="Noto Sans KR"/>
                <a:ea typeface="Noto Sans KR"/>
                <a:cs typeface="Noto Sans KR"/>
              </a:rPr>
              <a:t>연차·기록 누락 점검</a:t>
            </a:r>
            <a:endParaRPr sz="950"/>
          </a:p>
        </p:txBody>
      </p:sp>
      <p:sp>
        <p:nvSpPr>
          <p:cNvPr id="29" name="Shape 23">
            <a:extLst>
              <a:ext uri="{FF2B5EF4-FFF2-40B4-BE49-F238E27FC236}">
                <a16:creationId xmlns:a16="http://schemas.microsoft.com/office/drawing/2014/main" id="{4C2D5E7D-24E5-4441-B663-AE3ABB185A3D}"/>
              </a:ext>
            </a:extLst>
          </p:cNvPr>
          <p:cNvSpPr>
            <a:spLocks noGrp="1"/>
          </p:cNvSpPr>
          <p:nvPr/>
        </p:nvSpPr>
        <p:spPr>
          <a:xfrm>
            <a:off x="640080" y="4846320"/>
            <a:ext cx="10911535" cy="1234440"/>
          </a:xfrm>
          <a:prstGeom prst="roundRect">
            <a:avLst>
              <a:gd name="adj" fmla="val 7407"/>
            </a:avLst>
          </a:prstGeom>
          <a:solidFill>
            <a:srgbClr val="EBF6F7"/>
          </a:solidFill>
          <a:ln w="12700">
            <a:solidFill>
              <a:srgbClr val="D6EEF0"/>
            </a:solidFill>
            <a:prstDash val="solid"/>
          </a:ln>
        </p:spPr>
        <p:txBody>
          <a:bodyPr/>
          <a:lstStyle/>
          <a:p>
            <a:endParaRPr lang="ko-KR" altLang="en-US"/>
          </a:p>
        </p:txBody>
      </p:sp>
      <p:sp>
        <p:nvSpPr>
          <p:cNvPr id="30" name="Shape 24">
            <a:extLst>
              <a:ext uri="{FF2B5EF4-FFF2-40B4-BE49-F238E27FC236}">
                <a16:creationId xmlns:a16="http://schemas.microsoft.com/office/drawing/2014/main" id="{801E2CFC-3D99-45A7-BD5A-239E3DA9EEF1}"/>
              </a:ext>
            </a:extLst>
          </p:cNvPr>
          <p:cNvSpPr>
            <a:spLocks noGrp="1"/>
          </p:cNvSpPr>
          <p:nvPr/>
        </p:nvSpPr>
        <p:spPr>
          <a:xfrm>
            <a:off x="1005840" y="5175504"/>
            <a:ext cx="566928" cy="566928"/>
          </a:xfrm>
          <a:prstGeom prst="ellipse">
            <a:avLst/>
          </a:prstGeom>
          <a:solidFill>
            <a:srgbClr val="FFFFFF"/>
          </a:solidFill>
        </p:spPr>
        <p:txBody>
          <a:bodyPr/>
          <a:lstStyle/>
          <a:p>
            <a:endParaRPr lang="ko-KR" altLang="en-US"/>
          </a:p>
        </p:txBody>
      </p:sp>
      <p:pic>
        <p:nvPicPr>
          <p:cNvPr id="79" name="Image 4"/>
          <p:cNvPicPr>
            <a:picLocks noChangeAspect="1"/>
          </p:cNvPicPr>
          <p:nvPr/>
        </p:nvPicPr>
        <p:blipFill>
          <a:blip r:embed="rId7"/>
          <a:stretch>
            <a:fillRect/>
          </a:stretch>
        </p:blipFill>
        <p:spPr>
          <a:xfrm>
            <a:off x="1158911" y="5328575"/>
            <a:ext cx="260787" cy="260787"/>
          </a:xfrm>
          <a:prstGeom prst="rect">
            <a:avLst/>
          </a:prstGeom>
        </p:spPr>
      </p:pic>
      <p:sp>
        <p:nvSpPr>
          <p:cNvPr id="32" name="Text 25">
            <a:extLst>
              <a:ext uri="{FF2B5EF4-FFF2-40B4-BE49-F238E27FC236}">
                <a16:creationId xmlns:a16="http://schemas.microsoft.com/office/drawing/2014/main" id="{B7618C97-85AA-474D-964E-F210CB1926A0}"/>
              </a:ext>
            </a:extLst>
          </p:cNvPr>
          <p:cNvSpPr>
            <a:spLocks noGrp="1"/>
          </p:cNvSpPr>
          <p:nvPr/>
        </p:nvSpPr>
        <p:spPr>
          <a:xfrm>
            <a:off x="1783080" y="5074920"/>
            <a:ext cx="8229600" cy="411480"/>
          </a:xfrm>
          <a:prstGeom prst="rect">
            <a:avLst/>
          </a:prstGeom>
          <a:noFill/>
        </p:spPr>
        <p:txBody>
          <a:bodyPr wrap="square" lIns="0" tIns="0" rIns="0" bIns="0" anchor="ctr">
            <a:noAutofit/>
          </a:bodyPr>
          <a:lstStyle/>
          <a:p>
            <a:pPr marL="0" indent="0">
              <a:lnSpc>
                <a:spcPct val="115000"/>
              </a:lnSpc>
              <a:buNone/>
              <a:defRPr sz="2025" b="1">
                <a:solidFill>
                  <a:srgbClr val="172A2D"/>
                </a:solidFill>
                <a:latin typeface="Noto Sans KR"/>
                <a:ea typeface="Noto Sans KR"/>
                <a:cs typeface="Noto Sans KR"/>
              </a:defRPr>
            </a:pPr>
            <a:r>
              <a:rPr sz="2025" b="1">
                <a:solidFill>
                  <a:srgbClr val="172A2D"/>
                </a:solidFill>
                <a:latin typeface="Noto Sans KR"/>
                <a:ea typeface="Noto Sans KR"/>
                <a:cs typeface="Noto Sans KR"/>
              </a:rPr>
              <a:t>기록된 업무 부하로 인력 배분을 점검합니다</a:t>
            </a:r>
            <a:endParaRPr sz="1700"/>
          </a:p>
        </p:txBody>
      </p:sp>
      <p:sp>
        <p:nvSpPr>
          <p:cNvPr id="33" name="Text 26">
            <a:extLst>
              <a:ext uri="{FF2B5EF4-FFF2-40B4-BE49-F238E27FC236}">
                <a16:creationId xmlns:a16="http://schemas.microsoft.com/office/drawing/2014/main" id="{2AB9656E-A022-4B93-971F-BDEA93CD0C02}"/>
              </a:ext>
            </a:extLst>
          </p:cNvPr>
          <p:cNvSpPr>
            <a:spLocks noGrp="1"/>
          </p:cNvSpPr>
          <p:nvPr/>
        </p:nvSpPr>
        <p:spPr>
          <a:xfrm>
            <a:off x="1783080" y="5504688"/>
            <a:ext cx="9448495" cy="457200"/>
          </a:xfrm>
          <a:prstGeom prst="rect">
            <a:avLst/>
          </a:prstGeom>
          <a:noFill/>
        </p:spPr>
        <p:txBody>
          <a:bodyPr wrap="square" lIns="0" tIns="0" rIns="0" bIns="0" anchor="ctr">
            <a:noAutofit/>
          </a:bodyPr>
          <a:lstStyle/>
          <a:p>
            <a:pPr marL="0" indent="0">
              <a:lnSpc>
                <a:spcPct val="115000"/>
              </a:lnSpc>
              <a:buNone/>
              <a:defRPr sz="1650">
                <a:latin typeface="Noto Sans KR"/>
                <a:ea typeface="Noto Sans KR"/>
                <a:cs typeface="Noto Sans KR"/>
              </a:defRPr>
            </a:pPr>
            <a:r>
              <a:rPr sz="1650">
                <a:solidFill>
                  <a:srgbClr val="5B6A6C"/>
                </a:solidFill>
                <a:latin typeface="Noto Sans KR"/>
                <a:ea typeface="Noto Sans KR"/>
                <a:cs typeface="Noto Sans KR"/>
              </a:rPr>
              <a:t>성과·역량·생산성 점수가 아닙니다. 화면별 범위와 분모를 함께 확인합니다.</a:t>
            </a:r>
            <a:endParaRPr sz="1200"/>
          </a:p>
        </p:txBody>
      </p:sp>
      <p:pic>
        <p:nvPicPr>
          <p:cNvPr id="82" name="Image 5"/>
          <p:cNvPicPr>
            <a:picLocks noChangeAspect="1"/>
          </p:cNvPicPr>
          <p:nvPr/>
        </p:nvPicPr>
        <p:blipFill>
          <a:blip r:embed="rId8"/>
          <a:stretch>
            <a:fillRect/>
          </a:stretch>
        </p:blipFill>
        <p:spPr>
          <a:xfrm>
            <a:off x="640080" y="6419088"/>
            <a:ext cx="786384" cy="180137"/>
          </a:xfrm>
          <a:prstGeom prst="rect">
            <a:avLst/>
          </a:prstGeom>
        </p:spPr>
      </p:pic>
      <p:sp>
        <p:nvSpPr>
          <p:cNvPr id="35" name="Text 27">
            <a:extLst>
              <a:ext uri="{FF2B5EF4-FFF2-40B4-BE49-F238E27FC236}">
                <a16:creationId xmlns:a16="http://schemas.microsoft.com/office/drawing/2014/main" id="{4912FACA-62F6-4C8C-8804-7587993F88F2}"/>
              </a:ext>
            </a:extLst>
          </p:cNvPr>
          <p:cNvSpPr>
            <a:spLocks noGrp="1"/>
          </p:cNvSpPr>
          <p:nvPr/>
        </p:nvSpPr>
        <p:spPr>
          <a:xfrm>
            <a:off x="1600200" y="6391656"/>
            <a:ext cx="5943600" cy="256032"/>
          </a:xfrm>
          <a:prstGeom prst="rect">
            <a:avLst/>
          </a:prstGeom>
          <a:noFill/>
        </p:spPr>
        <p:txBody>
          <a:bodyPr wrap="square" lIns="0" tIns="0" rIns="0" bIns="0" anchor="ctr"/>
          <a:lstStyle/>
          <a:p>
            <a:pPr marL="0" indent="0">
              <a:lnSpc>
                <a:spcPct val="115000"/>
              </a:lnSpc>
              <a:buNone/>
            </a:pPr>
            <a:r>
              <a:rPr sz="850" spc="100">
                <a:solidFill>
                  <a:srgbClr val="5B6A6C"/>
                </a:solidFill>
                <a:latin typeface="Noto Sans KR"/>
                <a:ea typeface="Noto Sans KR"/>
                <a:cs typeface="Noto Sans KR"/>
              </a:rPr>
              <a:t>Moves Workforce  ·  PRODUCT INTRODUCTION</a:t>
            </a:r>
            <a:endParaRPr sz="850"/>
          </a:p>
        </p:txBody>
      </p:sp>
      <p:sp>
        <p:nvSpPr>
          <p:cNvPr id="36" name="Text 28">
            <a:extLst>
              <a:ext uri="{FF2B5EF4-FFF2-40B4-BE49-F238E27FC236}">
                <a16:creationId xmlns:a16="http://schemas.microsoft.com/office/drawing/2014/main" id="{62CF2A2E-032C-44C7-B5C2-E6C5F8DA7C4C}"/>
              </a:ext>
            </a:extLst>
          </p:cNvPr>
          <p:cNvSpPr>
            <a:spLocks noGrp="1"/>
          </p:cNvSpPr>
          <p:nvPr/>
        </p:nvSpPr>
        <p:spPr>
          <a:xfrm>
            <a:off x="10088575" y="6391656"/>
            <a:ext cx="1463040" cy="256032"/>
          </a:xfrm>
          <a:prstGeom prst="rect">
            <a:avLst/>
          </a:prstGeom>
          <a:noFill/>
        </p:spPr>
        <p:txBody>
          <a:bodyPr wrap="square" lIns="0" tIns="0" rIns="0" bIns="0" anchor="ctr"/>
          <a:lstStyle/>
          <a:p>
            <a:pPr marL="0" indent="0" algn="r">
              <a:lnSpc>
                <a:spcPct val="115000"/>
              </a:lnSpc>
              <a:buNone/>
              <a:defRPr sz="900">
                <a:latin typeface="Noto Sans KR"/>
                <a:ea typeface="Noto Sans KR"/>
                <a:cs typeface="Noto Sans KR"/>
              </a:defRPr>
            </a:pPr>
            <a:r>
              <a:rPr sz="900" spc="100">
                <a:solidFill>
                  <a:srgbClr val="5B6A6C"/>
                </a:solidFill>
                <a:latin typeface="Noto Sans KR"/>
                <a:ea typeface="Noto Sans KR"/>
                <a:cs typeface="Noto Sans KR"/>
              </a:rPr>
              <a:t>06 / 12</a:t>
            </a:r>
            <a:endParaRPr sz="850"/>
          </a:p>
        </p:txBody>
      </p:sp>
      <p:sp>
        <p:nvSpPr>
          <p:cNvPr id="43" name="직사각형 42">
            <a:extLst>
              <a:ext uri="{FF2B5EF4-FFF2-40B4-BE49-F238E27FC236}">
                <a16:creationId xmlns:a16="http://schemas.microsoft.com/office/drawing/2014/main" id="{DF71F9B1-3FB9-4260-9A38-11B5AB491DAA}"/>
              </a:ext>
            </a:extLst>
          </p:cNvPr>
          <p:cNvSpPr>
            <a:spLocks noGrp="1"/>
          </p:cNvSpPr>
          <p:nvPr/>
        </p:nvSpPr>
        <p:spPr>
          <a:xfrm>
            <a:off x="666750" y="6067425"/>
            <a:ext cx="10877550" cy="257175"/>
          </a:xfrm>
          <a:prstGeom prst="rect">
            <a:avLst/>
          </a:prstGeom>
          <a:noFill/>
          <a:ln w="0">
            <a:noFill/>
          </a:ln>
        </p:spPr>
        <p:txBody>
          <a:bodyPr>
            <a:noAutofit/>
          </a:bodyPr>
          <a:lstStyle/>
          <a:p>
            <a:pPr>
              <a:lnSpc>
                <a:spcPct val="115000"/>
              </a:lnSpc>
              <a:buNone/>
              <a:defRPr sz="1275" b="0">
                <a:solidFill>
                  <a:srgbClr val="5B6A6C"/>
                </a:solidFill>
                <a:latin typeface="Noto Sans KR"/>
                <a:ea typeface="Noto Sans KR"/>
                <a:cs typeface="Noto Sans KR"/>
              </a:defRPr>
            </a:pPr>
            <a:r>
              <a:rPr sz="1275" b="0">
                <a:solidFill>
                  <a:srgbClr val="5B6A6C"/>
                </a:solidFill>
                <a:latin typeface="Noto Sans KR"/>
                <a:ea typeface="Noto Sans KR"/>
                <a:cs typeface="Noto Sans KR"/>
              </a:rPr>
              <a:t>제품 화면 삽입 예정 · 인력 현황 · 요약과 가동률 행</a:t>
            </a:r>
          </a:p>
        </p:txBody>
      </p:sp>
    </p:spTree>
    <p:extLst>
      <p:ext uri="{BB962C8B-B14F-4D97-AF65-F5344CB8AC3E}">
        <p14:creationId xmlns:p14="http://schemas.microsoft.com/office/powerpoint/2010/main" val="704513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FDDD6B4-DFCC-4E15-BC23-DCEFC3CF45D4}"/>
              </a:ext>
            </a:extLst>
          </p:cNvPr>
          <p:cNvSpPr>
            <a:spLocks noGrp="1"/>
          </p:cNvSpPr>
          <p:nvPr/>
        </p:nvSpPr>
        <p:spPr>
          <a:xfrm>
            <a:off x="640080" y="475488"/>
            <a:ext cx="8138160" cy="274320"/>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1100" b="1" spc="300">
                <a:solidFill>
                  <a:srgbClr val="3B9DA1"/>
                </a:solidFill>
                <a:latin typeface="Noto Sans KR"/>
                <a:ea typeface="Noto Sans KR"/>
                <a:cs typeface="Noto Sans KR"/>
              </a:rPr>
              <a:t>RESOURCE ALLOCATION · 인력 배정</a:t>
            </a:r>
            <a:endParaRPr sz="1100"/>
          </a:p>
        </p:txBody>
      </p:sp>
      <p:sp>
        <p:nvSpPr>
          <p:cNvPr id="3" name="Text 1">
            <a:extLst>
              <a:ext uri="{FF2B5EF4-FFF2-40B4-BE49-F238E27FC236}">
                <a16:creationId xmlns:a16="http://schemas.microsoft.com/office/drawing/2014/main" id="{BEBAE79A-4BE4-4B7A-8A93-EF99FCFFE29A}"/>
              </a:ext>
            </a:extLst>
          </p:cNvPr>
          <p:cNvSpPr>
            <a:spLocks noGrp="1"/>
          </p:cNvSpPr>
          <p:nvPr/>
        </p:nvSpPr>
        <p:spPr>
          <a:xfrm>
            <a:off x="640080" y="749808"/>
            <a:ext cx="10881360" cy="685800"/>
          </a:xfrm>
          <a:prstGeom prst="rect">
            <a:avLst/>
          </a:prstGeom>
          <a:noFill/>
        </p:spPr>
        <p:txBody>
          <a:bodyPr wrap="square" lIns="0" tIns="0" rIns="0" bIns="0" anchor="t">
            <a:noAutofit/>
          </a:bodyPr>
          <a:lstStyle/>
          <a:p>
            <a:pPr marL="0" indent="0">
              <a:lnSpc>
                <a:spcPct val="115000"/>
              </a:lnSpc>
              <a:buNone/>
              <a:defRPr sz="2850" b="1">
                <a:solidFill>
                  <a:srgbClr val="172A2D"/>
                </a:solidFill>
                <a:latin typeface="Noto Sans KR"/>
                <a:ea typeface="Noto Sans KR"/>
                <a:cs typeface="Noto Sans KR"/>
              </a:defRPr>
            </a:pPr>
            <a:r>
              <a:rPr sz="2850" b="1">
                <a:solidFill>
                  <a:srgbClr val="172A2D"/>
                </a:solidFill>
                <a:latin typeface="Noto Sans KR"/>
                <a:ea typeface="Noto Sans KR"/>
                <a:cs typeface="Noto Sans KR"/>
              </a:rPr>
              <a:t>스킬과 부하를 함께 보고 배정합니다</a:t>
            </a:r>
            <a:endParaRPr sz="2400"/>
          </a:p>
        </p:txBody>
      </p:sp>
      <p:sp>
        <p:nvSpPr>
          <p:cNvPr id="4" name="Text 2">
            <a:extLst>
              <a:ext uri="{FF2B5EF4-FFF2-40B4-BE49-F238E27FC236}">
                <a16:creationId xmlns:a16="http://schemas.microsoft.com/office/drawing/2014/main" id="{18ACF9FD-8726-4DD8-8E72-6A6C6141D2A8}"/>
              </a:ext>
            </a:extLst>
          </p:cNvPr>
          <p:cNvSpPr>
            <a:spLocks noGrp="1"/>
          </p:cNvSpPr>
          <p:nvPr/>
        </p:nvSpPr>
        <p:spPr>
          <a:xfrm>
            <a:off x="640080" y="1536192"/>
            <a:ext cx="10881360" cy="365760"/>
          </a:xfrm>
          <a:prstGeom prst="rect">
            <a:avLst/>
          </a:prstGeom>
          <a:noFill/>
        </p:spPr>
        <p:txBody>
          <a:bodyPr wrap="square" lIns="0" tIns="0" rIns="0" bIns="0" anchor="ctr">
            <a:noAutofit/>
          </a:bodyPr>
          <a:lstStyle/>
          <a:p>
            <a:pPr marL="0" indent="0">
              <a:lnSpc>
                <a:spcPct val="115000"/>
              </a:lnSpc>
              <a:buNone/>
              <a:defRPr sz="2025">
                <a:latin typeface="Noto Sans KR"/>
                <a:ea typeface="Noto Sans KR"/>
                <a:cs typeface="Noto Sans KR"/>
              </a:defRPr>
            </a:pPr>
            <a:r>
              <a:rPr sz="2025">
                <a:solidFill>
                  <a:srgbClr val="5B6A6C"/>
                </a:solidFill>
                <a:latin typeface="Noto Sans KR"/>
                <a:ea typeface="Noto Sans KR"/>
                <a:cs typeface="Noto Sans KR"/>
              </a:rPr>
              <a:t>“이 프로젝트에 누구를 배정할 것인가?”</a:t>
            </a:r>
            <a:endParaRPr sz="1200"/>
          </a:p>
        </p:txBody>
      </p:sp>
      <p:sp>
        <p:nvSpPr>
          <p:cNvPr id="5" name="Shape 3">
            <a:extLst>
              <a:ext uri="{FF2B5EF4-FFF2-40B4-BE49-F238E27FC236}">
                <a16:creationId xmlns:a16="http://schemas.microsoft.com/office/drawing/2014/main" id="{9FBC6BE7-3973-445F-88B1-470CC582676B}"/>
              </a:ext>
            </a:extLst>
          </p:cNvPr>
          <p:cNvSpPr>
            <a:spLocks noGrp="1"/>
          </p:cNvSpPr>
          <p:nvPr/>
        </p:nvSpPr>
        <p:spPr>
          <a:xfrm>
            <a:off x="640080" y="2084832"/>
            <a:ext cx="3210458" cy="3246120"/>
          </a:xfrm>
          <a:prstGeom prst="roundRect">
            <a:avLst>
              <a:gd name="adj" fmla="val 2848"/>
            </a:avLst>
          </a:prstGeom>
          <a:solidFill>
            <a:srgbClr val="FFFFFF"/>
          </a:solidFill>
          <a:ln w="17780">
            <a:solidFill>
              <a:srgbClr val="2C7E82"/>
            </a:solidFill>
            <a:prstDash val="solid"/>
          </a:ln>
          <a:effectLst>
            <a:outerShdw blurRad="114300" dist="38100" dir="5400000" algn="bl" rotWithShape="0">
              <a:srgbClr val="9FC4C6">
                <a:alpha val="28000"/>
              </a:srgbClr>
            </a:outerShdw>
          </a:effectLst>
        </p:spPr>
        <p:txBody>
          <a:bodyPr/>
          <a:lstStyle/>
          <a:p>
            <a:endParaRPr lang="ko-KR" altLang="en-US"/>
          </a:p>
        </p:txBody>
      </p:sp>
      <p:sp>
        <p:nvSpPr>
          <p:cNvPr id="6" name="Shape 4">
            <a:extLst>
              <a:ext uri="{FF2B5EF4-FFF2-40B4-BE49-F238E27FC236}">
                <a16:creationId xmlns:a16="http://schemas.microsoft.com/office/drawing/2014/main" id="{9B43EFDA-5883-47A9-8DEF-067569E1B8D5}"/>
              </a:ext>
            </a:extLst>
          </p:cNvPr>
          <p:cNvSpPr>
            <a:spLocks noGrp="1"/>
          </p:cNvSpPr>
          <p:nvPr/>
        </p:nvSpPr>
        <p:spPr>
          <a:xfrm>
            <a:off x="640080" y="2084832"/>
            <a:ext cx="3210458" cy="896112"/>
          </a:xfrm>
          <a:prstGeom prst="roundRect">
            <a:avLst>
              <a:gd name="adj" fmla="val 10204"/>
            </a:avLst>
          </a:prstGeom>
          <a:solidFill>
            <a:srgbClr val="EBF6F7"/>
          </a:solidFill>
        </p:spPr>
        <p:txBody>
          <a:bodyPr/>
          <a:lstStyle/>
          <a:p>
            <a:endParaRPr lang="ko-KR" altLang="en-US"/>
          </a:p>
        </p:txBody>
      </p:sp>
      <p:sp>
        <p:nvSpPr>
          <p:cNvPr id="7" name="Shape 5">
            <a:extLst>
              <a:ext uri="{FF2B5EF4-FFF2-40B4-BE49-F238E27FC236}">
                <a16:creationId xmlns:a16="http://schemas.microsoft.com/office/drawing/2014/main" id="{442E266D-DBDF-4F32-9FED-3920944E003B}"/>
              </a:ext>
            </a:extLst>
          </p:cNvPr>
          <p:cNvSpPr>
            <a:spLocks noGrp="1"/>
          </p:cNvSpPr>
          <p:nvPr/>
        </p:nvSpPr>
        <p:spPr>
          <a:xfrm>
            <a:off x="640080" y="2542032"/>
            <a:ext cx="3210458" cy="438912"/>
          </a:xfrm>
          <a:prstGeom prst="rect">
            <a:avLst/>
          </a:prstGeom>
          <a:solidFill>
            <a:srgbClr val="EBF6F7"/>
          </a:solidFill>
        </p:spPr>
        <p:txBody>
          <a:bodyPr/>
          <a:lstStyle/>
          <a:p>
            <a:endParaRPr lang="ko-KR" altLang="en-US"/>
          </a:p>
        </p:txBody>
      </p:sp>
      <p:sp>
        <p:nvSpPr>
          <p:cNvPr id="8" name="Shape 6">
            <a:extLst>
              <a:ext uri="{FF2B5EF4-FFF2-40B4-BE49-F238E27FC236}">
                <a16:creationId xmlns:a16="http://schemas.microsoft.com/office/drawing/2014/main" id="{8BA0AEAE-2D8C-4701-B187-4B632C1CA9A1}"/>
              </a:ext>
            </a:extLst>
          </p:cNvPr>
          <p:cNvSpPr>
            <a:spLocks noGrp="1"/>
          </p:cNvSpPr>
          <p:nvPr/>
        </p:nvSpPr>
        <p:spPr>
          <a:xfrm>
            <a:off x="932688" y="2304288"/>
            <a:ext cx="548640" cy="548640"/>
          </a:xfrm>
          <a:prstGeom prst="ellipse">
            <a:avLst/>
          </a:prstGeom>
          <a:solidFill>
            <a:srgbClr val="FFFFFF"/>
          </a:solidFill>
        </p:spPr>
        <p:txBody>
          <a:bodyPr/>
          <a:lstStyle/>
          <a:p>
            <a:endParaRPr lang="ko-KR" altLang="en-US"/>
          </a:p>
        </p:txBody>
      </p:sp>
      <p:pic>
        <p:nvPicPr>
          <p:cNvPr id="52" name="Image 0"/>
          <p:cNvPicPr>
            <a:picLocks noChangeAspect="1"/>
          </p:cNvPicPr>
          <p:nvPr/>
        </p:nvPicPr>
        <p:blipFill>
          <a:blip r:embed="rId3"/>
          <a:stretch>
            <a:fillRect/>
          </a:stretch>
        </p:blipFill>
        <p:spPr>
          <a:xfrm>
            <a:off x="1080821" y="2452421"/>
            <a:ext cx="252374" cy="252374"/>
          </a:xfrm>
          <a:prstGeom prst="rect">
            <a:avLst/>
          </a:prstGeom>
        </p:spPr>
      </p:pic>
      <p:sp>
        <p:nvSpPr>
          <p:cNvPr id="10" name="Text 7">
            <a:extLst>
              <a:ext uri="{FF2B5EF4-FFF2-40B4-BE49-F238E27FC236}">
                <a16:creationId xmlns:a16="http://schemas.microsoft.com/office/drawing/2014/main" id="{19EDF94B-51D4-4A5D-A37E-580B84D0C44B}"/>
              </a:ext>
            </a:extLst>
          </p:cNvPr>
          <p:cNvSpPr>
            <a:spLocks noGrp="1"/>
          </p:cNvSpPr>
          <p:nvPr/>
        </p:nvSpPr>
        <p:spPr>
          <a:xfrm>
            <a:off x="1600200" y="2267712"/>
            <a:ext cx="2113178" cy="320040"/>
          </a:xfrm>
          <a:prstGeom prst="rect">
            <a:avLst/>
          </a:prstGeom>
          <a:noFill/>
        </p:spPr>
        <p:txBody>
          <a:bodyPr wrap="square" lIns="0" tIns="0" rIns="0" bIns="0" anchor="ctr">
            <a:noAutofit/>
          </a:bodyPr>
          <a:lstStyle/>
          <a:p>
            <a:pPr marL="0" indent="0">
              <a:lnSpc>
                <a:spcPct val="115000"/>
              </a:lnSpc>
              <a:buNone/>
              <a:defRPr sz="1875" b="1">
                <a:solidFill>
                  <a:srgbClr val="247C85"/>
                </a:solidFill>
                <a:latin typeface="Noto Sans KR"/>
                <a:ea typeface="Noto Sans KR"/>
                <a:cs typeface="Noto Sans KR"/>
              </a:defRPr>
            </a:pPr>
            <a:r>
              <a:rPr sz="1875" b="1">
                <a:solidFill>
                  <a:srgbClr val="247C85"/>
                </a:solidFill>
                <a:latin typeface="Noto Sans KR"/>
                <a:ea typeface="Noto Sans KR"/>
                <a:cs typeface="Noto Sans KR"/>
              </a:rPr>
              <a:t>① 프로젝트 요구</a:t>
            </a:r>
            <a:endParaRPr sz="1600"/>
          </a:p>
        </p:txBody>
      </p:sp>
      <p:sp>
        <p:nvSpPr>
          <p:cNvPr id="11" name="Text 8">
            <a:extLst>
              <a:ext uri="{FF2B5EF4-FFF2-40B4-BE49-F238E27FC236}">
                <a16:creationId xmlns:a16="http://schemas.microsoft.com/office/drawing/2014/main" id="{B31E1B55-CACF-4448-922F-AF1EF5C6D962}"/>
              </a:ext>
            </a:extLst>
          </p:cNvPr>
          <p:cNvSpPr>
            <a:spLocks noGrp="1"/>
          </p:cNvSpPr>
          <p:nvPr/>
        </p:nvSpPr>
        <p:spPr>
          <a:xfrm>
            <a:off x="1600200" y="2578608"/>
            <a:ext cx="2113178" cy="274320"/>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1050" b="1">
                <a:solidFill>
                  <a:srgbClr val="2C7E82"/>
                </a:solidFill>
                <a:latin typeface="Noto Sans KR"/>
                <a:ea typeface="Noto Sans KR"/>
                <a:cs typeface="Noto Sans KR"/>
              </a:rPr>
              <a:t>무엇을 맡길 것인가</a:t>
            </a:r>
            <a:endParaRPr sz="1050"/>
          </a:p>
        </p:txBody>
      </p:sp>
      <p:sp>
        <p:nvSpPr>
          <p:cNvPr id="12" name="Text 9">
            <a:extLst>
              <a:ext uri="{FF2B5EF4-FFF2-40B4-BE49-F238E27FC236}">
                <a16:creationId xmlns:a16="http://schemas.microsoft.com/office/drawing/2014/main" id="{181D7982-F424-4F26-BE59-3388FEE5026D}"/>
              </a:ext>
            </a:extLst>
          </p:cNvPr>
          <p:cNvSpPr>
            <a:spLocks noGrp="1"/>
          </p:cNvSpPr>
          <p:nvPr/>
        </p:nvSpPr>
        <p:spPr>
          <a:xfrm>
            <a:off x="932688" y="3108960"/>
            <a:ext cx="2661818" cy="548640"/>
          </a:xfrm>
          <a:prstGeom prst="rect">
            <a:avLst/>
          </a:prstGeom>
          <a:noFill/>
        </p:spPr>
        <p:txBody>
          <a:bodyPr wrap="square" lIns="0" tIns="0" rIns="0" bIns="0" anchor="t">
            <a:noAutofit/>
          </a:bodyPr>
          <a:lstStyle/>
          <a:p>
            <a:pPr marL="0" indent="0">
              <a:lnSpc>
                <a:spcPct val="115000"/>
              </a:lnSpc>
              <a:buNone/>
              <a:defRPr sz="1725">
                <a:latin typeface="Noto Sans KR"/>
                <a:ea typeface="Noto Sans KR"/>
                <a:cs typeface="Noto Sans KR"/>
              </a:defRPr>
            </a:pPr>
            <a:r>
              <a:rPr sz="1725">
                <a:solidFill>
                  <a:srgbClr val="17282B"/>
                </a:solidFill>
                <a:latin typeface="Noto Sans KR"/>
                <a:ea typeface="Noto Sans KR"/>
                <a:cs typeface="Noto Sans KR"/>
              </a:rPr>
              <a:t>미배정·임박·지연 작업을</a:t>
            </a:r>
            <a:endParaRPr sz="1100"/>
          </a:p>
          <a:p>
            <a:pPr marL="0" indent="0">
              <a:lnSpc>
                <a:spcPct val="115000"/>
              </a:lnSpc>
              <a:buNone/>
              <a:defRPr sz="1725">
                <a:latin typeface="Noto Sans KR"/>
                <a:ea typeface="Noto Sans KR"/>
                <a:cs typeface="Noto Sans KR"/>
              </a:defRPr>
            </a:pPr>
            <a:r>
              <a:rPr sz="1725">
                <a:solidFill>
                  <a:srgbClr val="17282B"/>
                </a:solidFill>
                <a:latin typeface="Noto Sans KR"/>
                <a:ea typeface="Noto Sans KR"/>
                <a:cs typeface="Noto Sans KR"/>
              </a:rPr>
              <a:t>먼저 확인합니다.</a:t>
            </a:r>
            <a:endParaRPr sz="1100"/>
          </a:p>
        </p:txBody>
      </p:sp>
      <p:sp>
        <p:nvSpPr>
          <p:cNvPr id="13" name="Text 10">
            <a:extLst>
              <a:ext uri="{FF2B5EF4-FFF2-40B4-BE49-F238E27FC236}">
                <a16:creationId xmlns:a16="http://schemas.microsoft.com/office/drawing/2014/main" id="{7E70AF66-D3F7-43A9-9B4D-5522590A3938}"/>
              </a:ext>
            </a:extLst>
          </p:cNvPr>
          <p:cNvSpPr>
            <a:spLocks noGrp="1"/>
          </p:cNvSpPr>
          <p:nvPr/>
        </p:nvSpPr>
        <p:spPr>
          <a:xfrm>
            <a:off x="950976" y="3776472"/>
            <a:ext cx="2643530" cy="1417320"/>
          </a:xfrm>
          <a:prstGeom prst="rect">
            <a:avLst/>
          </a:prstGeom>
          <a:noFill/>
        </p:spPr>
        <p:txBody>
          <a:bodyPr wrap="square" lIns="0" tIns="0" rIns="0" bIns="0" anchor="t">
            <a:noAutofit/>
          </a:bodyPr>
          <a:lstStyle/>
          <a:p>
            <a:pPr marL="152400" indent="-152400">
              <a:lnSpc>
                <a:spcPct val="115000"/>
              </a:lnSpc>
              <a:buSzPct val="100000"/>
              <a:buChar char="•"/>
              <a:defRPr sz="1725">
                <a:latin typeface="Noto Sans KR"/>
                <a:ea typeface="Noto Sans KR"/>
                <a:cs typeface="Noto Sans KR"/>
              </a:defRPr>
            </a:pPr>
            <a:r>
              <a:rPr sz="1725">
                <a:solidFill>
                  <a:srgbClr val="5B6A6C"/>
                </a:solidFill>
                <a:latin typeface="Noto Sans KR"/>
                <a:ea typeface="Noto Sans KR"/>
                <a:cs typeface="Noto Sans KR"/>
              </a:rPr>
              <a:t>필요 스킬 확인</a:t>
            </a:r>
            <a:endParaRPr sz="1000"/>
          </a:p>
          <a:p>
            <a:pPr marL="152400" indent="-152400">
              <a:lnSpc>
                <a:spcPct val="115000"/>
              </a:lnSpc>
              <a:buSzPct val="100000"/>
              <a:buChar char="•"/>
              <a:defRPr sz="1725">
                <a:latin typeface="Noto Sans KR"/>
                <a:ea typeface="Noto Sans KR"/>
                <a:cs typeface="Noto Sans KR"/>
              </a:defRPr>
            </a:pPr>
            <a:r>
              <a:rPr sz="1725">
                <a:solidFill>
                  <a:srgbClr val="5B6A6C"/>
                </a:solidFill>
                <a:latin typeface="Noto Sans KR"/>
                <a:ea typeface="Noto Sans KR"/>
                <a:cs typeface="Noto Sans KR"/>
              </a:rPr>
              <a:t>작업 범위 정리</a:t>
            </a:r>
            <a:endParaRPr sz="1000"/>
          </a:p>
        </p:txBody>
      </p:sp>
      <p:sp>
        <p:nvSpPr>
          <p:cNvPr id="14" name="Shape 11">
            <a:extLst>
              <a:ext uri="{FF2B5EF4-FFF2-40B4-BE49-F238E27FC236}">
                <a16:creationId xmlns:a16="http://schemas.microsoft.com/office/drawing/2014/main" id="{AB79A13A-7A06-4F69-8835-7EBE88434E02}"/>
              </a:ext>
            </a:extLst>
          </p:cNvPr>
          <p:cNvSpPr>
            <a:spLocks noGrp="1"/>
          </p:cNvSpPr>
          <p:nvPr/>
        </p:nvSpPr>
        <p:spPr>
          <a:xfrm>
            <a:off x="4490618" y="2084832"/>
            <a:ext cx="3210458" cy="3246120"/>
          </a:xfrm>
          <a:prstGeom prst="roundRect">
            <a:avLst>
              <a:gd name="adj" fmla="val 2848"/>
            </a:avLst>
          </a:prstGeom>
          <a:solidFill>
            <a:srgbClr val="FFFFFF"/>
          </a:solidFill>
          <a:ln w="17780">
            <a:solidFill>
              <a:srgbClr val="2C7E82"/>
            </a:solidFill>
            <a:prstDash val="solid"/>
          </a:ln>
          <a:effectLst>
            <a:outerShdw blurRad="114300" dist="38100" dir="5400000" algn="bl" rotWithShape="0">
              <a:srgbClr val="9FC4C6">
                <a:alpha val="28000"/>
              </a:srgbClr>
            </a:outerShdw>
          </a:effectLst>
        </p:spPr>
        <p:txBody>
          <a:bodyPr/>
          <a:lstStyle/>
          <a:p>
            <a:endParaRPr lang="ko-KR" altLang="en-US"/>
          </a:p>
        </p:txBody>
      </p:sp>
      <p:sp>
        <p:nvSpPr>
          <p:cNvPr id="15" name="Shape 12">
            <a:extLst>
              <a:ext uri="{FF2B5EF4-FFF2-40B4-BE49-F238E27FC236}">
                <a16:creationId xmlns:a16="http://schemas.microsoft.com/office/drawing/2014/main" id="{60F4A19F-A257-4005-8094-6F2A7DA2FCF4}"/>
              </a:ext>
            </a:extLst>
          </p:cNvPr>
          <p:cNvSpPr>
            <a:spLocks noGrp="1"/>
          </p:cNvSpPr>
          <p:nvPr/>
        </p:nvSpPr>
        <p:spPr>
          <a:xfrm>
            <a:off x="4490618" y="2084832"/>
            <a:ext cx="3210458" cy="896112"/>
          </a:xfrm>
          <a:prstGeom prst="roundRect">
            <a:avLst>
              <a:gd name="adj" fmla="val 10204"/>
            </a:avLst>
          </a:prstGeom>
          <a:solidFill>
            <a:srgbClr val="EBF6F7"/>
          </a:solidFill>
        </p:spPr>
        <p:txBody>
          <a:bodyPr/>
          <a:lstStyle/>
          <a:p>
            <a:endParaRPr lang="ko-KR" altLang="en-US"/>
          </a:p>
        </p:txBody>
      </p:sp>
      <p:sp>
        <p:nvSpPr>
          <p:cNvPr id="16" name="Shape 13">
            <a:extLst>
              <a:ext uri="{FF2B5EF4-FFF2-40B4-BE49-F238E27FC236}">
                <a16:creationId xmlns:a16="http://schemas.microsoft.com/office/drawing/2014/main" id="{C8C6EC7E-C484-4D62-9081-F73C15B31769}"/>
              </a:ext>
            </a:extLst>
          </p:cNvPr>
          <p:cNvSpPr>
            <a:spLocks noGrp="1"/>
          </p:cNvSpPr>
          <p:nvPr/>
        </p:nvSpPr>
        <p:spPr>
          <a:xfrm>
            <a:off x="4490618" y="2542032"/>
            <a:ext cx="3210458" cy="438912"/>
          </a:xfrm>
          <a:prstGeom prst="rect">
            <a:avLst/>
          </a:prstGeom>
          <a:solidFill>
            <a:srgbClr val="EBF6F7"/>
          </a:solidFill>
        </p:spPr>
        <p:txBody>
          <a:bodyPr/>
          <a:lstStyle/>
          <a:p>
            <a:endParaRPr lang="ko-KR" altLang="en-US"/>
          </a:p>
        </p:txBody>
      </p:sp>
      <p:sp>
        <p:nvSpPr>
          <p:cNvPr id="17" name="Shape 14">
            <a:extLst>
              <a:ext uri="{FF2B5EF4-FFF2-40B4-BE49-F238E27FC236}">
                <a16:creationId xmlns:a16="http://schemas.microsoft.com/office/drawing/2014/main" id="{42CA2966-2ED3-456B-AD8B-E079BAEC0FBC}"/>
              </a:ext>
            </a:extLst>
          </p:cNvPr>
          <p:cNvSpPr>
            <a:spLocks noGrp="1"/>
          </p:cNvSpPr>
          <p:nvPr/>
        </p:nvSpPr>
        <p:spPr>
          <a:xfrm>
            <a:off x="4783226" y="2304288"/>
            <a:ext cx="548640" cy="548640"/>
          </a:xfrm>
          <a:prstGeom prst="ellipse">
            <a:avLst/>
          </a:prstGeom>
          <a:solidFill>
            <a:srgbClr val="FFFFFF"/>
          </a:solidFill>
        </p:spPr>
        <p:txBody>
          <a:bodyPr/>
          <a:lstStyle/>
          <a:p>
            <a:endParaRPr lang="ko-KR" altLang="en-US"/>
          </a:p>
        </p:txBody>
      </p:sp>
      <p:pic>
        <p:nvPicPr>
          <p:cNvPr id="61" name="Image 1"/>
          <p:cNvPicPr>
            <a:picLocks noChangeAspect="1"/>
          </p:cNvPicPr>
          <p:nvPr/>
        </p:nvPicPr>
        <p:blipFill>
          <a:blip r:embed="rId4"/>
          <a:stretch>
            <a:fillRect/>
          </a:stretch>
        </p:blipFill>
        <p:spPr>
          <a:xfrm>
            <a:off x="4931359" y="2452421"/>
            <a:ext cx="252374" cy="252374"/>
          </a:xfrm>
          <a:prstGeom prst="rect">
            <a:avLst/>
          </a:prstGeom>
        </p:spPr>
      </p:pic>
      <p:sp>
        <p:nvSpPr>
          <p:cNvPr id="19" name="Text 15">
            <a:extLst>
              <a:ext uri="{FF2B5EF4-FFF2-40B4-BE49-F238E27FC236}">
                <a16:creationId xmlns:a16="http://schemas.microsoft.com/office/drawing/2014/main" id="{1EE4D957-4DD4-4889-A77C-53B97A4DA556}"/>
              </a:ext>
            </a:extLst>
          </p:cNvPr>
          <p:cNvSpPr>
            <a:spLocks noGrp="1"/>
          </p:cNvSpPr>
          <p:nvPr/>
        </p:nvSpPr>
        <p:spPr>
          <a:xfrm>
            <a:off x="5450738" y="2267712"/>
            <a:ext cx="2113178" cy="320040"/>
          </a:xfrm>
          <a:prstGeom prst="rect">
            <a:avLst/>
          </a:prstGeom>
          <a:noFill/>
        </p:spPr>
        <p:txBody>
          <a:bodyPr wrap="square" lIns="0" tIns="0" rIns="0" bIns="0" anchor="ctr">
            <a:noAutofit/>
          </a:bodyPr>
          <a:lstStyle/>
          <a:p>
            <a:pPr marL="0" indent="0">
              <a:lnSpc>
                <a:spcPct val="115000"/>
              </a:lnSpc>
              <a:buNone/>
              <a:defRPr sz="1875" b="1">
                <a:solidFill>
                  <a:srgbClr val="247C85"/>
                </a:solidFill>
                <a:latin typeface="Noto Sans KR"/>
                <a:ea typeface="Noto Sans KR"/>
                <a:cs typeface="Noto Sans KR"/>
              </a:defRPr>
            </a:pPr>
            <a:r>
              <a:rPr sz="1875" b="1">
                <a:solidFill>
                  <a:srgbClr val="247C85"/>
                </a:solidFill>
                <a:latin typeface="Noto Sans KR"/>
                <a:ea typeface="Noto Sans KR"/>
                <a:cs typeface="Noto Sans KR"/>
              </a:rPr>
              <a:t>② 인력 후보</a:t>
            </a:r>
            <a:endParaRPr sz="1600"/>
          </a:p>
        </p:txBody>
      </p:sp>
      <p:sp>
        <p:nvSpPr>
          <p:cNvPr id="20" name="Text 16">
            <a:extLst>
              <a:ext uri="{FF2B5EF4-FFF2-40B4-BE49-F238E27FC236}">
                <a16:creationId xmlns:a16="http://schemas.microsoft.com/office/drawing/2014/main" id="{6B0583FA-D782-4CB1-A679-A78D907253DC}"/>
              </a:ext>
            </a:extLst>
          </p:cNvPr>
          <p:cNvSpPr>
            <a:spLocks noGrp="1"/>
          </p:cNvSpPr>
          <p:nvPr/>
        </p:nvSpPr>
        <p:spPr>
          <a:xfrm>
            <a:off x="5450738" y="2578608"/>
            <a:ext cx="2113178" cy="274320"/>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1050" b="1">
                <a:solidFill>
                  <a:srgbClr val="2C7E82"/>
                </a:solidFill>
                <a:latin typeface="Noto Sans KR"/>
                <a:ea typeface="Noto Sans KR"/>
                <a:cs typeface="Noto Sans KR"/>
              </a:rPr>
              <a:t>누가 참여할 수 있나</a:t>
            </a:r>
            <a:endParaRPr sz="1050"/>
          </a:p>
        </p:txBody>
      </p:sp>
      <p:sp>
        <p:nvSpPr>
          <p:cNvPr id="21" name="Text 17">
            <a:extLst>
              <a:ext uri="{FF2B5EF4-FFF2-40B4-BE49-F238E27FC236}">
                <a16:creationId xmlns:a16="http://schemas.microsoft.com/office/drawing/2014/main" id="{B2B9C1C0-ABB1-455A-AFC2-2739E743EFC1}"/>
              </a:ext>
            </a:extLst>
          </p:cNvPr>
          <p:cNvSpPr>
            <a:spLocks noGrp="1"/>
          </p:cNvSpPr>
          <p:nvPr/>
        </p:nvSpPr>
        <p:spPr>
          <a:xfrm>
            <a:off x="4783226" y="3108960"/>
            <a:ext cx="2661818" cy="548640"/>
          </a:xfrm>
          <a:prstGeom prst="rect">
            <a:avLst/>
          </a:prstGeom>
          <a:noFill/>
        </p:spPr>
        <p:txBody>
          <a:bodyPr wrap="square" lIns="0" tIns="0" rIns="0" bIns="0" anchor="t">
            <a:noAutofit/>
          </a:bodyPr>
          <a:lstStyle/>
          <a:p>
            <a:pPr marL="0" indent="0">
              <a:lnSpc>
                <a:spcPct val="115000"/>
              </a:lnSpc>
              <a:buNone/>
              <a:defRPr sz="1725">
                <a:latin typeface="Noto Sans KR"/>
                <a:ea typeface="Noto Sans KR"/>
                <a:cs typeface="Noto Sans KR"/>
              </a:defRPr>
            </a:pPr>
            <a:r>
              <a:rPr sz="1725">
                <a:solidFill>
                  <a:srgbClr val="17282B"/>
                </a:solidFill>
                <a:latin typeface="Noto Sans KR"/>
                <a:ea typeface="Noto Sans KR"/>
                <a:cs typeface="Noto Sans KR"/>
              </a:rPr>
              <a:t>스킬 적합도와 부하 신호를</a:t>
            </a:r>
            <a:endParaRPr sz="1100"/>
          </a:p>
          <a:p>
            <a:pPr marL="0" indent="0">
              <a:lnSpc>
                <a:spcPct val="115000"/>
              </a:lnSpc>
              <a:buNone/>
              <a:defRPr sz="1725">
                <a:latin typeface="Noto Sans KR"/>
                <a:ea typeface="Noto Sans KR"/>
                <a:cs typeface="Noto Sans KR"/>
              </a:defRPr>
            </a:pPr>
            <a:r>
              <a:rPr sz="1725">
                <a:solidFill>
                  <a:srgbClr val="17282B"/>
                </a:solidFill>
                <a:latin typeface="Noto Sans KR"/>
                <a:ea typeface="Noto Sans KR"/>
                <a:cs typeface="Noto Sans KR"/>
              </a:rPr>
              <a:t>나란히 살펴봅니다.</a:t>
            </a:r>
            <a:endParaRPr sz="1100"/>
          </a:p>
        </p:txBody>
      </p:sp>
      <p:sp>
        <p:nvSpPr>
          <p:cNvPr id="22" name="Text 18">
            <a:extLst>
              <a:ext uri="{FF2B5EF4-FFF2-40B4-BE49-F238E27FC236}">
                <a16:creationId xmlns:a16="http://schemas.microsoft.com/office/drawing/2014/main" id="{CB89B966-A9B9-416E-BDCD-097B4DBA2599}"/>
              </a:ext>
            </a:extLst>
          </p:cNvPr>
          <p:cNvSpPr>
            <a:spLocks noGrp="1"/>
          </p:cNvSpPr>
          <p:nvPr/>
        </p:nvSpPr>
        <p:spPr>
          <a:xfrm>
            <a:off x="4801514" y="3776472"/>
            <a:ext cx="2643530" cy="1417320"/>
          </a:xfrm>
          <a:prstGeom prst="rect">
            <a:avLst/>
          </a:prstGeom>
          <a:noFill/>
        </p:spPr>
        <p:txBody>
          <a:bodyPr wrap="square" lIns="0" tIns="0" rIns="0" bIns="0" anchor="t">
            <a:noAutofit/>
          </a:bodyPr>
          <a:lstStyle/>
          <a:p>
            <a:pPr marL="152400" indent="-152400">
              <a:lnSpc>
                <a:spcPct val="115000"/>
              </a:lnSpc>
              <a:buSzPct val="100000"/>
              <a:buChar char="•"/>
              <a:defRPr sz="1725">
                <a:latin typeface="Noto Sans KR"/>
                <a:ea typeface="Noto Sans KR"/>
                <a:cs typeface="Noto Sans KR"/>
              </a:defRPr>
            </a:pPr>
            <a:r>
              <a:rPr sz="1725">
                <a:solidFill>
                  <a:srgbClr val="5B6A6C"/>
                </a:solidFill>
                <a:latin typeface="Noto Sans KR"/>
                <a:ea typeface="Noto Sans KR"/>
                <a:cs typeface="Noto Sans KR"/>
              </a:rPr>
              <a:t>조회 범위 확인</a:t>
            </a:r>
            <a:endParaRPr sz="1000"/>
          </a:p>
          <a:p>
            <a:pPr marL="152400" indent="-152400">
              <a:lnSpc>
                <a:spcPct val="115000"/>
              </a:lnSpc>
              <a:buSzPct val="100000"/>
              <a:buChar char="•"/>
              <a:defRPr sz="1725">
                <a:latin typeface="Noto Sans KR"/>
                <a:ea typeface="Noto Sans KR"/>
                <a:cs typeface="Noto Sans KR"/>
              </a:defRPr>
            </a:pPr>
            <a:r>
              <a:rPr sz="1725">
                <a:solidFill>
                  <a:srgbClr val="5B6A6C"/>
                </a:solidFill>
                <a:latin typeface="Noto Sans KR"/>
                <a:ea typeface="Noto Sans KR"/>
                <a:cs typeface="Noto Sans KR"/>
              </a:rPr>
              <a:t>기록 누락 점검</a:t>
            </a:r>
            <a:endParaRPr sz="1000"/>
          </a:p>
        </p:txBody>
      </p:sp>
      <p:sp>
        <p:nvSpPr>
          <p:cNvPr id="23" name="Shape 19">
            <a:extLst>
              <a:ext uri="{FF2B5EF4-FFF2-40B4-BE49-F238E27FC236}">
                <a16:creationId xmlns:a16="http://schemas.microsoft.com/office/drawing/2014/main" id="{F36921BD-1FF3-4C22-9FE4-8088AEFB0F14}"/>
              </a:ext>
            </a:extLst>
          </p:cNvPr>
          <p:cNvSpPr>
            <a:spLocks noGrp="1"/>
          </p:cNvSpPr>
          <p:nvPr/>
        </p:nvSpPr>
        <p:spPr>
          <a:xfrm>
            <a:off x="8341157" y="2084832"/>
            <a:ext cx="3210458" cy="3246120"/>
          </a:xfrm>
          <a:prstGeom prst="roundRect">
            <a:avLst>
              <a:gd name="adj" fmla="val 2848"/>
            </a:avLst>
          </a:prstGeom>
          <a:solidFill>
            <a:srgbClr val="FFFFFF"/>
          </a:solidFill>
          <a:ln w="17780">
            <a:solidFill>
              <a:srgbClr val="2C7E82"/>
            </a:solidFill>
            <a:prstDash val="solid"/>
          </a:ln>
          <a:effectLst>
            <a:outerShdw blurRad="114300" dist="38100" dir="5400000" algn="bl" rotWithShape="0">
              <a:srgbClr val="9FC4C6">
                <a:alpha val="28000"/>
              </a:srgbClr>
            </a:outerShdw>
          </a:effectLst>
        </p:spPr>
        <p:txBody>
          <a:bodyPr/>
          <a:lstStyle/>
          <a:p>
            <a:endParaRPr lang="ko-KR" altLang="en-US"/>
          </a:p>
        </p:txBody>
      </p:sp>
      <p:sp>
        <p:nvSpPr>
          <p:cNvPr id="24" name="Shape 20">
            <a:extLst>
              <a:ext uri="{FF2B5EF4-FFF2-40B4-BE49-F238E27FC236}">
                <a16:creationId xmlns:a16="http://schemas.microsoft.com/office/drawing/2014/main" id="{AF72A79B-5E4F-49D8-991E-23CF9C4FA5EF}"/>
              </a:ext>
            </a:extLst>
          </p:cNvPr>
          <p:cNvSpPr>
            <a:spLocks noGrp="1"/>
          </p:cNvSpPr>
          <p:nvPr/>
        </p:nvSpPr>
        <p:spPr>
          <a:xfrm>
            <a:off x="8341157" y="2084832"/>
            <a:ext cx="3210458" cy="896112"/>
          </a:xfrm>
          <a:prstGeom prst="roundRect">
            <a:avLst>
              <a:gd name="adj" fmla="val 10204"/>
            </a:avLst>
          </a:prstGeom>
          <a:solidFill>
            <a:srgbClr val="EBF6F7"/>
          </a:solidFill>
        </p:spPr>
        <p:txBody>
          <a:bodyPr/>
          <a:lstStyle/>
          <a:p>
            <a:endParaRPr lang="ko-KR" altLang="en-US"/>
          </a:p>
        </p:txBody>
      </p:sp>
      <p:sp>
        <p:nvSpPr>
          <p:cNvPr id="25" name="Shape 21">
            <a:extLst>
              <a:ext uri="{FF2B5EF4-FFF2-40B4-BE49-F238E27FC236}">
                <a16:creationId xmlns:a16="http://schemas.microsoft.com/office/drawing/2014/main" id="{119C40C6-C187-4066-A197-0F09A01CB57B}"/>
              </a:ext>
            </a:extLst>
          </p:cNvPr>
          <p:cNvSpPr>
            <a:spLocks noGrp="1"/>
          </p:cNvSpPr>
          <p:nvPr/>
        </p:nvSpPr>
        <p:spPr>
          <a:xfrm>
            <a:off x="8341157" y="2542032"/>
            <a:ext cx="3210458" cy="438912"/>
          </a:xfrm>
          <a:prstGeom prst="rect">
            <a:avLst/>
          </a:prstGeom>
          <a:solidFill>
            <a:srgbClr val="EBF6F7"/>
          </a:solidFill>
        </p:spPr>
        <p:txBody>
          <a:bodyPr/>
          <a:lstStyle/>
          <a:p>
            <a:endParaRPr lang="ko-KR" altLang="en-US"/>
          </a:p>
        </p:txBody>
      </p:sp>
      <p:sp>
        <p:nvSpPr>
          <p:cNvPr id="26" name="Shape 22">
            <a:extLst>
              <a:ext uri="{FF2B5EF4-FFF2-40B4-BE49-F238E27FC236}">
                <a16:creationId xmlns:a16="http://schemas.microsoft.com/office/drawing/2014/main" id="{7DB577A0-123D-48EF-A0F8-479664DE2388}"/>
              </a:ext>
            </a:extLst>
          </p:cNvPr>
          <p:cNvSpPr>
            <a:spLocks noGrp="1"/>
          </p:cNvSpPr>
          <p:nvPr/>
        </p:nvSpPr>
        <p:spPr>
          <a:xfrm>
            <a:off x="8633765" y="2304288"/>
            <a:ext cx="548640" cy="548640"/>
          </a:xfrm>
          <a:prstGeom prst="ellipse">
            <a:avLst/>
          </a:prstGeom>
          <a:solidFill>
            <a:srgbClr val="FFFFFF"/>
          </a:solidFill>
        </p:spPr>
        <p:txBody>
          <a:bodyPr/>
          <a:lstStyle/>
          <a:p>
            <a:endParaRPr lang="ko-KR" altLang="en-US"/>
          </a:p>
        </p:txBody>
      </p:sp>
      <p:pic>
        <p:nvPicPr>
          <p:cNvPr id="70" name="Image 2"/>
          <p:cNvPicPr>
            <a:picLocks noChangeAspect="1"/>
          </p:cNvPicPr>
          <p:nvPr/>
        </p:nvPicPr>
        <p:blipFill>
          <a:blip r:embed="rId5"/>
          <a:stretch>
            <a:fillRect/>
          </a:stretch>
        </p:blipFill>
        <p:spPr>
          <a:xfrm>
            <a:off x="8781898" y="2452421"/>
            <a:ext cx="252374" cy="252374"/>
          </a:xfrm>
          <a:prstGeom prst="rect">
            <a:avLst/>
          </a:prstGeom>
        </p:spPr>
      </p:pic>
      <p:sp>
        <p:nvSpPr>
          <p:cNvPr id="28" name="Text 23">
            <a:extLst>
              <a:ext uri="{FF2B5EF4-FFF2-40B4-BE49-F238E27FC236}">
                <a16:creationId xmlns:a16="http://schemas.microsoft.com/office/drawing/2014/main" id="{79D2B09A-16C6-4CFD-83D1-91E2718C0522}"/>
              </a:ext>
            </a:extLst>
          </p:cNvPr>
          <p:cNvSpPr>
            <a:spLocks noGrp="1"/>
          </p:cNvSpPr>
          <p:nvPr/>
        </p:nvSpPr>
        <p:spPr>
          <a:xfrm>
            <a:off x="9301277" y="2267712"/>
            <a:ext cx="2113178" cy="320040"/>
          </a:xfrm>
          <a:prstGeom prst="rect">
            <a:avLst/>
          </a:prstGeom>
          <a:noFill/>
        </p:spPr>
        <p:txBody>
          <a:bodyPr wrap="square" lIns="0" tIns="0" rIns="0" bIns="0" anchor="ctr">
            <a:noAutofit/>
          </a:bodyPr>
          <a:lstStyle/>
          <a:p>
            <a:pPr marL="0" indent="0">
              <a:lnSpc>
                <a:spcPct val="115000"/>
              </a:lnSpc>
              <a:buNone/>
              <a:defRPr sz="1875" b="1">
                <a:solidFill>
                  <a:srgbClr val="247C85"/>
                </a:solidFill>
                <a:latin typeface="Noto Sans KR"/>
                <a:ea typeface="Noto Sans KR"/>
                <a:cs typeface="Noto Sans KR"/>
              </a:defRPr>
            </a:pPr>
            <a:r>
              <a:rPr sz="1875" b="1">
                <a:solidFill>
                  <a:srgbClr val="247C85"/>
                </a:solidFill>
                <a:latin typeface="Noto Sans KR"/>
                <a:ea typeface="Noto Sans KR"/>
                <a:cs typeface="Noto Sans KR"/>
              </a:rPr>
              <a:t>③ 배정 판단</a:t>
            </a:r>
            <a:endParaRPr sz="1600"/>
          </a:p>
        </p:txBody>
      </p:sp>
      <p:sp>
        <p:nvSpPr>
          <p:cNvPr id="29" name="Text 24">
            <a:extLst>
              <a:ext uri="{FF2B5EF4-FFF2-40B4-BE49-F238E27FC236}">
                <a16:creationId xmlns:a16="http://schemas.microsoft.com/office/drawing/2014/main" id="{76AAF810-C689-4305-B4C3-950DE2E31C8E}"/>
              </a:ext>
            </a:extLst>
          </p:cNvPr>
          <p:cNvSpPr>
            <a:spLocks noGrp="1"/>
          </p:cNvSpPr>
          <p:nvPr/>
        </p:nvSpPr>
        <p:spPr>
          <a:xfrm>
            <a:off x="9301277" y="2578608"/>
            <a:ext cx="2113178" cy="274320"/>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1050" b="1">
                <a:solidFill>
                  <a:srgbClr val="2C7E82"/>
                </a:solidFill>
                <a:latin typeface="Noto Sans KR"/>
                <a:ea typeface="Noto Sans KR"/>
                <a:cs typeface="Noto Sans KR"/>
              </a:rPr>
              <a:t>관리자가 검토</a:t>
            </a:r>
            <a:endParaRPr sz="1050"/>
          </a:p>
        </p:txBody>
      </p:sp>
      <p:sp>
        <p:nvSpPr>
          <p:cNvPr id="30" name="Text 25">
            <a:extLst>
              <a:ext uri="{FF2B5EF4-FFF2-40B4-BE49-F238E27FC236}">
                <a16:creationId xmlns:a16="http://schemas.microsoft.com/office/drawing/2014/main" id="{CD5CB58A-6EEF-4E17-85C5-2B7B9E940AA1}"/>
              </a:ext>
            </a:extLst>
          </p:cNvPr>
          <p:cNvSpPr>
            <a:spLocks noGrp="1"/>
          </p:cNvSpPr>
          <p:nvPr/>
        </p:nvSpPr>
        <p:spPr>
          <a:xfrm>
            <a:off x="8633765" y="3108960"/>
            <a:ext cx="2661818" cy="548640"/>
          </a:xfrm>
          <a:prstGeom prst="rect">
            <a:avLst/>
          </a:prstGeom>
          <a:noFill/>
        </p:spPr>
        <p:txBody>
          <a:bodyPr wrap="square" lIns="0" tIns="0" rIns="0" bIns="0" anchor="t">
            <a:noAutofit/>
          </a:bodyPr>
          <a:lstStyle/>
          <a:p>
            <a:pPr marL="0" indent="0">
              <a:lnSpc>
                <a:spcPct val="115000"/>
              </a:lnSpc>
              <a:buNone/>
              <a:defRPr sz="1725">
                <a:latin typeface="Noto Sans KR"/>
                <a:ea typeface="Noto Sans KR"/>
                <a:cs typeface="Noto Sans KR"/>
              </a:defRPr>
            </a:pPr>
            <a:r>
              <a:rPr sz="1725">
                <a:solidFill>
                  <a:srgbClr val="17282B"/>
                </a:solidFill>
                <a:latin typeface="Noto Sans KR"/>
                <a:ea typeface="Noto Sans KR"/>
                <a:cs typeface="Noto Sans KR"/>
              </a:rPr>
              <a:t>프로젝트 요구와 후보의</a:t>
            </a:r>
            <a:endParaRPr sz="1100"/>
          </a:p>
          <a:p>
            <a:pPr marL="0" indent="0">
              <a:lnSpc>
                <a:spcPct val="115000"/>
              </a:lnSpc>
              <a:buNone/>
              <a:defRPr sz="1725">
                <a:latin typeface="Noto Sans KR"/>
                <a:ea typeface="Noto Sans KR"/>
                <a:cs typeface="Noto Sans KR"/>
              </a:defRPr>
            </a:pPr>
            <a:r>
              <a:rPr sz="1725">
                <a:solidFill>
                  <a:srgbClr val="17282B"/>
                </a:solidFill>
                <a:latin typeface="Noto Sans KR"/>
                <a:ea typeface="Noto Sans KR"/>
                <a:cs typeface="Noto Sans KR"/>
              </a:rPr>
              <a:t>참여 가능성을 검토합니다.</a:t>
            </a:r>
            <a:endParaRPr sz="1100"/>
          </a:p>
        </p:txBody>
      </p:sp>
      <p:sp>
        <p:nvSpPr>
          <p:cNvPr id="31" name="Text 26">
            <a:extLst>
              <a:ext uri="{FF2B5EF4-FFF2-40B4-BE49-F238E27FC236}">
                <a16:creationId xmlns:a16="http://schemas.microsoft.com/office/drawing/2014/main" id="{3E78AEE9-CC2A-4BCD-A69F-5BC5C5C63D16}"/>
              </a:ext>
            </a:extLst>
          </p:cNvPr>
          <p:cNvSpPr>
            <a:spLocks noGrp="1"/>
          </p:cNvSpPr>
          <p:nvPr/>
        </p:nvSpPr>
        <p:spPr>
          <a:xfrm>
            <a:off x="8652053" y="3776472"/>
            <a:ext cx="2643530" cy="1417320"/>
          </a:xfrm>
          <a:prstGeom prst="rect">
            <a:avLst/>
          </a:prstGeom>
          <a:noFill/>
        </p:spPr>
        <p:txBody>
          <a:bodyPr wrap="square" lIns="0" tIns="0" rIns="0" bIns="0" anchor="t">
            <a:noAutofit/>
          </a:bodyPr>
          <a:lstStyle/>
          <a:p>
            <a:pPr marL="152400" indent="-152400">
              <a:lnSpc>
                <a:spcPct val="115000"/>
              </a:lnSpc>
              <a:buSzPct val="100000"/>
              <a:buChar char="•"/>
              <a:defRPr sz="1725">
                <a:latin typeface="Noto Sans KR"/>
                <a:ea typeface="Noto Sans KR"/>
                <a:cs typeface="Noto Sans KR"/>
              </a:defRPr>
            </a:pPr>
            <a:r>
              <a:rPr sz="1725">
                <a:solidFill>
                  <a:srgbClr val="5B6A6C"/>
                </a:solidFill>
                <a:latin typeface="Noto Sans KR"/>
                <a:ea typeface="Noto Sans KR"/>
                <a:cs typeface="Noto Sans KR"/>
              </a:rPr>
              <a:t>개인 단위 배정</a:t>
            </a:r>
            <a:endParaRPr sz="1000"/>
          </a:p>
          <a:p>
            <a:pPr marL="152400" indent="-152400">
              <a:lnSpc>
                <a:spcPct val="115000"/>
              </a:lnSpc>
              <a:buSzPct val="100000"/>
              <a:buChar char="•"/>
              <a:defRPr sz="1725">
                <a:latin typeface="Noto Sans KR"/>
                <a:ea typeface="Noto Sans KR"/>
                <a:cs typeface="Noto Sans KR"/>
              </a:defRPr>
            </a:pPr>
            <a:r>
              <a:rPr sz="1725">
                <a:solidFill>
                  <a:srgbClr val="5B6A6C"/>
                </a:solidFill>
                <a:latin typeface="Noto Sans KR"/>
                <a:ea typeface="Noto Sans KR"/>
                <a:cs typeface="Noto Sans KR"/>
              </a:rPr>
              <a:t>팀 단위 배정</a:t>
            </a:r>
            <a:endParaRPr sz="1000"/>
          </a:p>
        </p:txBody>
      </p:sp>
      <p:pic>
        <p:nvPicPr>
          <p:cNvPr id="75" name="Image 3"/>
          <p:cNvPicPr>
            <a:picLocks noChangeAspect="1"/>
          </p:cNvPicPr>
          <p:nvPr/>
        </p:nvPicPr>
        <p:blipFill>
          <a:blip r:embed="rId6"/>
          <a:stretch>
            <a:fillRect/>
          </a:stretch>
        </p:blipFill>
        <p:spPr>
          <a:xfrm>
            <a:off x="640080" y="6419088"/>
            <a:ext cx="786384" cy="180137"/>
          </a:xfrm>
          <a:prstGeom prst="rect">
            <a:avLst/>
          </a:prstGeom>
        </p:spPr>
      </p:pic>
      <p:sp>
        <p:nvSpPr>
          <p:cNvPr id="33" name="Text 27">
            <a:extLst>
              <a:ext uri="{FF2B5EF4-FFF2-40B4-BE49-F238E27FC236}">
                <a16:creationId xmlns:a16="http://schemas.microsoft.com/office/drawing/2014/main" id="{9F090E5F-CECF-4807-AECE-426B98C38188}"/>
              </a:ext>
            </a:extLst>
          </p:cNvPr>
          <p:cNvSpPr>
            <a:spLocks noGrp="1"/>
          </p:cNvSpPr>
          <p:nvPr/>
        </p:nvSpPr>
        <p:spPr>
          <a:xfrm>
            <a:off x="1600200" y="6391656"/>
            <a:ext cx="5943600" cy="256032"/>
          </a:xfrm>
          <a:prstGeom prst="rect">
            <a:avLst/>
          </a:prstGeom>
          <a:noFill/>
        </p:spPr>
        <p:txBody>
          <a:bodyPr wrap="square" lIns="0" tIns="0" rIns="0" bIns="0" anchor="ctr"/>
          <a:lstStyle/>
          <a:p>
            <a:pPr marL="0" indent="0">
              <a:lnSpc>
                <a:spcPct val="115000"/>
              </a:lnSpc>
              <a:buNone/>
            </a:pPr>
            <a:r>
              <a:rPr sz="850" spc="100">
                <a:solidFill>
                  <a:srgbClr val="5B6A6C"/>
                </a:solidFill>
                <a:latin typeface="Noto Sans KR"/>
                <a:ea typeface="Noto Sans KR"/>
                <a:cs typeface="Noto Sans KR"/>
              </a:rPr>
              <a:t>Moves Workforce  ·  PRODUCT INTRODUCTION</a:t>
            </a:r>
            <a:endParaRPr sz="850"/>
          </a:p>
        </p:txBody>
      </p:sp>
      <p:sp>
        <p:nvSpPr>
          <p:cNvPr id="34" name="Text 28">
            <a:extLst>
              <a:ext uri="{FF2B5EF4-FFF2-40B4-BE49-F238E27FC236}">
                <a16:creationId xmlns:a16="http://schemas.microsoft.com/office/drawing/2014/main" id="{56DCC03E-1B29-4C4C-B743-8838C4B1B75C}"/>
              </a:ext>
            </a:extLst>
          </p:cNvPr>
          <p:cNvSpPr>
            <a:spLocks noGrp="1"/>
          </p:cNvSpPr>
          <p:nvPr/>
        </p:nvSpPr>
        <p:spPr>
          <a:xfrm>
            <a:off x="10088575" y="6391656"/>
            <a:ext cx="1463040" cy="256032"/>
          </a:xfrm>
          <a:prstGeom prst="rect">
            <a:avLst/>
          </a:prstGeom>
          <a:noFill/>
        </p:spPr>
        <p:txBody>
          <a:bodyPr wrap="square" lIns="0" tIns="0" rIns="0" bIns="0" anchor="ctr"/>
          <a:lstStyle/>
          <a:p>
            <a:pPr marL="0" indent="0" algn="r">
              <a:lnSpc>
                <a:spcPct val="115000"/>
              </a:lnSpc>
              <a:buNone/>
              <a:defRPr sz="900">
                <a:latin typeface="Noto Sans KR"/>
                <a:ea typeface="Noto Sans KR"/>
                <a:cs typeface="Noto Sans KR"/>
              </a:defRPr>
            </a:pPr>
            <a:r>
              <a:rPr sz="900" spc="100">
                <a:solidFill>
                  <a:srgbClr val="5B6A6C"/>
                </a:solidFill>
                <a:latin typeface="Noto Sans KR"/>
                <a:ea typeface="Noto Sans KR"/>
                <a:cs typeface="Noto Sans KR"/>
              </a:rPr>
              <a:t>07 / 12</a:t>
            </a:r>
            <a:endParaRPr sz="850"/>
          </a:p>
        </p:txBody>
      </p:sp>
      <p:sp>
        <p:nvSpPr>
          <p:cNvPr id="39" name="직사각형 38">
            <a:extLst>
              <a:ext uri="{FF2B5EF4-FFF2-40B4-BE49-F238E27FC236}">
                <a16:creationId xmlns:a16="http://schemas.microsoft.com/office/drawing/2014/main" id="{404C15E8-925D-4CA0-BDC5-74D2377F5548}"/>
              </a:ext>
            </a:extLst>
          </p:cNvPr>
          <p:cNvSpPr>
            <a:spLocks noGrp="1"/>
          </p:cNvSpPr>
          <p:nvPr/>
        </p:nvSpPr>
        <p:spPr>
          <a:xfrm>
            <a:off x="647700" y="5514975"/>
            <a:ext cx="10858500" cy="400050"/>
          </a:xfrm>
          <a:prstGeom prst="rect">
            <a:avLst/>
          </a:prstGeom>
          <a:noFill/>
          <a:ln w="0">
            <a:noFill/>
          </a:ln>
        </p:spPr>
        <p:txBody>
          <a:bodyPr>
            <a:noAutofit/>
          </a:bodyPr>
          <a:lstStyle/>
          <a:p>
            <a:pPr>
              <a:lnSpc>
                <a:spcPct val="115000"/>
              </a:lnSpc>
              <a:buNone/>
              <a:defRPr sz="1725" b="1">
                <a:solidFill>
                  <a:srgbClr val="247C85"/>
                </a:solidFill>
                <a:latin typeface="Noto Sans KR"/>
                <a:ea typeface="Noto Sans KR"/>
                <a:cs typeface="Noto Sans KR"/>
              </a:defRPr>
            </a:pPr>
            <a:r>
              <a:rPr sz="1725" b="1">
                <a:solidFill>
                  <a:srgbClr val="247C85"/>
                </a:solidFill>
                <a:latin typeface="Noto Sans KR"/>
                <a:ea typeface="Noto Sans KR"/>
                <a:cs typeface="Noto Sans KR"/>
              </a:rPr>
              <a:t>스킬과 부하는 참고 정보입니다. AI 자동 배정이나 최적 배정을 보장하지 않습니다.</a:t>
            </a:r>
          </a:p>
        </p:txBody>
      </p:sp>
      <p:sp>
        <p:nvSpPr>
          <p:cNvPr id="40" name="직사각형 39">
            <a:extLst>
              <a:ext uri="{FF2B5EF4-FFF2-40B4-BE49-F238E27FC236}">
                <a16:creationId xmlns:a16="http://schemas.microsoft.com/office/drawing/2014/main" id="{3586E76E-976F-409A-9EAB-8302818D8BB8}"/>
              </a:ext>
            </a:extLst>
          </p:cNvPr>
          <p:cNvSpPr>
            <a:spLocks noGrp="1"/>
          </p:cNvSpPr>
          <p:nvPr/>
        </p:nvSpPr>
        <p:spPr>
          <a:xfrm>
            <a:off x="666750" y="6010275"/>
            <a:ext cx="10877550" cy="257175"/>
          </a:xfrm>
          <a:prstGeom prst="rect">
            <a:avLst/>
          </a:prstGeom>
          <a:noFill/>
          <a:ln w="0">
            <a:noFill/>
          </a:ln>
        </p:spPr>
        <p:txBody>
          <a:bodyPr>
            <a:noAutofit/>
          </a:bodyPr>
          <a:lstStyle/>
          <a:p>
            <a:pPr>
              <a:lnSpc>
                <a:spcPct val="115000"/>
              </a:lnSpc>
              <a:buNone/>
              <a:defRPr sz="1275" b="0">
                <a:solidFill>
                  <a:srgbClr val="5B6A6C"/>
                </a:solidFill>
                <a:latin typeface="Noto Sans KR"/>
                <a:ea typeface="Noto Sans KR"/>
                <a:cs typeface="Noto Sans KR"/>
              </a:defRPr>
            </a:pPr>
            <a:r>
              <a:rPr sz="1275" b="0">
                <a:solidFill>
                  <a:srgbClr val="5B6A6C"/>
                </a:solidFill>
                <a:latin typeface="Noto Sans KR"/>
                <a:ea typeface="Noto Sans KR"/>
                <a:cs typeface="Noto Sans KR"/>
              </a:rPr>
              <a:t>제품 화면 삽입 예정 · 프로젝트 배정 · 후보의 스킬 적합도·부하</a:t>
            </a:r>
          </a:p>
        </p:txBody>
      </p:sp>
    </p:spTree>
    <p:extLst>
      <p:ext uri="{BB962C8B-B14F-4D97-AF65-F5344CB8AC3E}">
        <p14:creationId xmlns:p14="http://schemas.microsoft.com/office/powerpoint/2010/main" val="6128453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AAA04EC0-04F1-4497-87AF-3FCA60BBDB72}"/>
              </a:ext>
            </a:extLst>
          </p:cNvPr>
          <p:cNvSpPr>
            <a:spLocks noGrp="1"/>
          </p:cNvSpPr>
          <p:nvPr/>
        </p:nvSpPr>
        <p:spPr>
          <a:xfrm>
            <a:off x="640080" y="420624"/>
            <a:ext cx="2665476" cy="365760"/>
          </a:xfrm>
          <a:prstGeom prst="roundRect">
            <a:avLst>
              <a:gd name="adj" fmla="val 20000"/>
            </a:avLst>
          </a:prstGeom>
          <a:solidFill>
            <a:srgbClr val="2C7E82"/>
          </a:solidFill>
        </p:spPr>
        <p:txBody>
          <a:bodyPr/>
          <a:lstStyle/>
          <a:p>
            <a:endParaRPr lang="ko-KR" altLang="en-US"/>
          </a:p>
        </p:txBody>
      </p:sp>
      <p:sp>
        <p:nvSpPr>
          <p:cNvPr id="3" name="Text 1">
            <a:extLst>
              <a:ext uri="{FF2B5EF4-FFF2-40B4-BE49-F238E27FC236}">
                <a16:creationId xmlns:a16="http://schemas.microsoft.com/office/drawing/2014/main" id="{597E1437-2276-46A9-8816-5FB227CEE330}"/>
              </a:ext>
            </a:extLst>
          </p:cNvPr>
          <p:cNvSpPr>
            <a:spLocks noGrp="1"/>
          </p:cNvSpPr>
          <p:nvPr/>
        </p:nvSpPr>
        <p:spPr>
          <a:xfrm>
            <a:off x="640080" y="420624"/>
            <a:ext cx="2665476" cy="365760"/>
          </a:xfrm>
          <a:prstGeom prst="rect">
            <a:avLst/>
          </a:prstGeom>
          <a:noFill/>
        </p:spPr>
        <p:txBody>
          <a:bodyPr wrap="square" lIns="0" tIns="0" rIns="0" bIns="0" anchor="ctr">
            <a:noAutofit/>
          </a:bodyPr>
          <a:lstStyle/>
          <a:p>
            <a:pPr marL="0" indent="0" algn="ctr">
              <a:lnSpc>
                <a:spcPct val="115000"/>
              </a:lnSpc>
              <a:buNone/>
              <a:defRPr>
                <a:latin typeface="Noto Sans KR"/>
                <a:ea typeface="Noto Sans KR"/>
                <a:cs typeface="Noto Sans KR"/>
              </a:defRPr>
            </a:pPr>
            <a:r>
              <a:rPr sz="1050" b="1" spc="200">
                <a:solidFill>
                  <a:srgbClr val="FFFFFF"/>
                </a:solidFill>
                <a:latin typeface="Noto Sans KR"/>
                <a:ea typeface="Noto Sans KR"/>
                <a:cs typeface="Noto Sans KR"/>
              </a:rPr>
              <a:t>WORK &amp; SCHEDULE · 작업·일정</a:t>
            </a:r>
            <a:endParaRPr sz="1050"/>
          </a:p>
        </p:txBody>
      </p:sp>
      <p:sp>
        <p:nvSpPr>
          <p:cNvPr id="4" name="Text 2">
            <a:extLst>
              <a:ext uri="{FF2B5EF4-FFF2-40B4-BE49-F238E27FC236}">
                <a16:creationId xmlns:a16="http://schemas.microsoft.com/office/drawing/2014/main" id="{430DF1EB-D0F4-4BB0-85F3-62C13C9B575C}"/>
              </a:ext>
            </a:extLst>
          </p:cNvPr>
          <p:cNvSpPr>
            <a:spLocks noGrp="1"/>
          </p:cNvSpPr>
          <p:nvPr/>
        </p:nvSpPr>
        <p:spPr>
          <a:xfrm>
            <a:off x="640080" y="914400"/>
            <a:ext cx="7406640" cy="685800"/>
          </a:xfrm>
          <a:prstGeom prst="rect">
            <a:avLst/>
          </a:prstGeom>
          <a:noFill/>
        </p:spPr>
        <p:txBody>
          <a:bodyPr wrap="square" lIns="0" tIns="0" rIns="0" bIns="0" anchor="t">
            <a:noAutofit/>
          </a:bodyPr>
          <a:lstStyle/>
          <a:p>
            <a:pPr marL="0" indent="0">
              <a:lnSpc>
                <a:spcPct val="115000"/>
              </a:lnSpc>
              <a:buNone/>
              <a:defRPr sz="2700" b="1">
                <a:solidFill>
                  <a:srgbClr val="172A2D"/>
                </a:solidFill>
                <a:latin typeface="Noto Sans KR"/>
                <a:ea typeface="Noto Sans KR"/>
                <a:cs typeface="Noto Sans KR"/>
              </a:defRPr>
            </a:pPr>
            <a:r>
              <a:rPr sz="2700" b="1">
                <a:solidFill>
                  <a:srgbClr val="172A2D"/>
                </a:solidFill>
                <a:latin typeface="Noto Sans KR"/>
                <a:ea typeface="Noto Sans KR"/>
                <a:cs typeface="Noto Sans KR"/>
              </a:rPr>
              <a:t>작업 순서와 완료 일정을 함께 봅니다</a:t>
            </a:r>
            <a:endParaRPr sz="2500"/>
          </a:p>
        </p:txBody>
      </p:sp>
      <p:sp>
        <p:nvSpPr>
          <p:cNvPr id="5" name="Shape 3">
            <a:extLst>
              <a:ext uri="{FF2B5EF4-FFF2-40B4-BE49-F238E27FC236}">
                <a16:creationId xmlns:a16="http://schemas.microsoft.com/office/drawing/2014/main" id="{479DACC2-5830-4374-BB68-E76DD0B5BEE2}"/>
              </a:ext>
            </a:extLst>
          </p:cNvPr>
          <p:cNvSpPr>
            <a:spLocks noGrp="1"/>
          </p:cNvSpPr>
          <p:nvPr/>
        </p:nvSpPr>
        <p:spPr>
          <a:xfrm>
            <a:off x="8214055" y="420624"/>
            <a:ext cx="1554480" cy="960120"/>
          </a:xfrm>
          <a:prstGeom prst="roundRect">
            <a:avLst>
              <a:gd name="adj" fmla="val 7619"/>
            </a:avLst>
          </a:prstGeom>
          <a:solidFill>
            <a:srgbClr val="EBF6F7"/>
          </a:solidFill>
          <a:ln w="12700">
            <a:solidFill>
              <a:srgbClr val="D6EEF0"/>
            </a:solidFill>
            <a:prstDash val="solid"/>
          </a:ln>
        </p:spPr>
        <p:txBody>
          <a:bodyPr/>
          <a:lstStyle/>
          <a:p>
            <a:endParaRPr lang="ko-KR" altLang="en-US"/>
          </a:p>
        </p:txBody>
      </p:sp>
      <p:sp>
        <p:nvSpPr>
          <p:cNvPr id="6" name="Text 4">
            <a:extLst>
              <a:ext uri="{FF2B5EF4-FFF2-40B4-BE49-F238E27FC236}">
                <a16:creationId xmlns:a16="http://schemas.microsoft.com/office/drawing/2014/main" id="{091D0A03-B6C9-4277-B11C-43F6E82C930A}"/>
              </a:ext>
            </a:extLst>
          </p:cNvPr>
          <p:cNvSpPr>
            <a:spLocks noGrp="1"/>
          </p:cNvSpPr>
          <p:nvPr/>
        </p:nvSpPr>
        <p:spPr>
          <a:xfrm>
            <a:off x="8287207" y="530352"/>
            <a:ext cx="1408176" cy="411480"/>
          </a:xfrm>
          <a:prstGeom prst="rect">
            <a:avLst/>
          </a:prstGeom>
          <a:noFill/>
        </p:spPr>
        <p:txBody>
          <a:bodyPr wrap="square" lIns="0" tIns="0" rIns="0" bIns="0" anchor="ctr">
            <a:noAutofit/>
          </a:bodyPr>
          <a:lstStyle/>
          <a:p>
            <a:pPr marL="0" indent="0" algn="ctr">
              <a:lnSpc>
                <a:spcPct val="115000"/>
              </a:lnSpc>
              <a:buNone/>
              <a:defRPr sz="2100" b="1">
                <a:solidFill>
                  <a:srgbClr val="247C85"/>
                </a:solidFill>
                <a:latin typeface="Noto Sans KR"/>
                <a:ea typeface="Noto Sans KR"/>
                <a:cs typeface="Noto Sans KR"/>
              </a:defRPr>
            </a:pPr>
            <a:r>
              <a:rPr sz="2100" b="1">
                <a:solidFill>
                  <a:srgbClr val="247C85"/>
                </a:solidFill>
                <a:latin typeface="Noto Sans KR"/>
                <a:ea typeface="Noto Sans KR"/>
                <a:cs typeface="Noto Sans KR"/>
              </a:rPr>
              <a:t>3개 뷰</a:t>
            </a:r>
            <a:endParaRPr sz="1600"/>
          </a:p>
        </p:txBody>
      </p:sp>
      <p:sp>
        <p:nvSpPr>
          <p:cNvPr id="7" name="Text 5">
            <a:extLst>
              <a:ext uri="{FF2B5EF4-FFF2-40B4-BE49-F238E27FC236}">
                <a16:creationId xmlns:a16="http://schemas.microsoft.com/office/drawing/2014/main" id="{2817A738-06B7-4A9B-9B34-ED722EFC6DD2}"/>
              </a:ext>
            </a:extLst>
          </p:cNvPr>
          <p:cNvSpPr>
            <a:spLocks noGrp="1"/>
          </p:cNvSpPr>
          <p:nvPr/>
        </p:nvSpPr>
        <p:spPr>
          <a:xfrm>
            <a:off x="8287207" y="969264"/>
            <a:ext cx="1408176" cy="320040"/>
          </a:xfrm>
          <a:prstGeom prst="rect">
            <a:avLst/>
          </a:prstGeom>
          <a:noFill/>
        </p:spPr>
        <p:txBody>
          <a:bodyPr wrap="square" lIns="0" tIns="0" rIns="0" bIns="0" anchor="t">
            <a:noAutofit/>
          </a:bodyPr>
          <a:lstStyle/>
          <a:p>
            <a:pPr marL="0" indent="0" algn="ctr">
              <a:lnSpc>
                <a:spcPct val="115000"/>
              </a:lnSpc>
              <a:buNone/>
              <a:defRPr>
                <a:latin typeface="Noto Sans KR"/>
                <a:ea typeface="Noto Sans KR"/>
                <a:cs typeface="Noto Sans KR"/>
              </a:defRPr>
            </a:pPr>
            <a:r>
              <a:rPr sz="850">
                <a:solidFill>
                  <a:srgbClr val="5B6A6C"/>
                </a:solidFill>
                <a:latin typeface="Noto Sans KR"/>
                <a:ea typeface="Noto Sans KR"/>
                <a:cs typeface="Noto Sans KR"/>
              </a:rPr>
              <a:t>목록·트리·간트</a:t>
            </a:r>
            <a:endParaRPr sz="850"/>
          </a:p>
        </p:txBody>
      </p:sp>
      <p:sp>
        <p:nvSpPr>
          <p:cNvPr id="8" name="Shape 6">
            <a:extLst>
              <a:ext uri="{FF2B5EF4-FFF2-40B4-BE49-F238E27FC236}">
                <a16:creationId xmlns:a16="http://schemas.microsoft.com/office/drawing/2014/main" id="{2027642F-6CDC-4752-8EBE-EE7042EE562D}"/>
              </a:ext>
            </a:extLst>
          </p:cNvPr>
          <p:cNvSpPr>
            <a:spLocks noGrp="1"/>
          </p:cNvSpPr>
          <p:nvPr/>
        </p:nvSpPr>
        <p:spPr>
          <a:xfrm>
            <a:off x="9997135" y="420624"/>
            <a:ext cx="1554480" cy="960120"/>
          </a:xfrm>
          <a:prstGeom prst="roundRect">
            <a:avLst>
              <a:gd name="adj" fmla="val 7619"/>
            </a:avLst>
          </a:prstGeom>
          <a:solidFill>
            <a:srgbClr val="EBF6F7"/>
          </a:solidFill>
          <a:ln w="12700">
            <a:solidFill>
              <a:srgbClr val="D6EEF0"/>
            </a:solidFill>
            <a:prstDash val="solid"/>
          </a:ln>
        </p:spPr>
        <p:txBody>
          <a:bodyPr/>
          <a:lstStyle/>
          <a:p>
            <a:endParaRPr lang="ko-KR" altLang="en-US"/>
          </a:p>
        </p:txBody>
      </p:sp>
      <p:sp>
        <p:nvSpPr>
          <p:cNvPr id="9" name="Text 7">
            <a:extLst>
              <a:ext uri="{FF2B5EF4-FFF2-40B4-BE49-F238E27FC236}">
                <a16:creationId xmlns:a16="http://schemas.microsoft.com/office/drawing/2014/main" id="{7592C291-1235-40FF-ADA9-1DB52B9EC6C6}"/>
              </a:ext>
            </a:extLst>
          </p:cNvPr>
          <p:cNvSpPr>
            <a:spLocks noGrp="1"/>
          </p:cNvSpPr>
          <p:nvPr/>
        </p:nvSpPr>
        <p:spPr>
          <a:xfrm>
            <a:off x="10070287" y="530352"/>
            <a:ext cx="1408176" cy="411480"/>
          </a:xfrm>
          <a:prstGeom prst="rect">
            <a:avLst/>
          </a:prstGeom>
          <a:noFill/>
        </p:spPr>
        <p:txBody>
          <a:bodyPr wrap="square" lIns="0" tIns="0" rIns="0" bIns="0" anchor="ctr">
            <a:noAutofit/>
          </a:bodyPr>
          <a:lstStyle/>
          <a:p>
            <a:pPr marL="0" indent="0" algn="ctr">
              <a:lnSpc>
                <a:spcPct val="115000"/>
              </a:lnSpc>
              <a:buNone/>
              <a:defRPr sz="2100" b="1">
                <a:solidFill>
                  <a:srgbClr val="247C85"/>
                </a:solidFill>
                <a:latin typeface="Noto Sans KR"/>
                <a:ea typeface="Noto Sans KR"/>
                <a:cs typeface="Noto Sans KR"/>
              </a:defRPr>
            </a:pPr>
            <a:r>
              <a:rPr sz="2100" b="1">
                <a:solidFill>
                  <a:srgbClr val="247C85"/>
                </a:solidFill>
                <a:latin typeface="Noto Sans KR"/>
                <a:ea typeface="Noto Sans KR"/>
                <a:cs typeface="Noto Sans KR"/>
              </a:rPr>
              <a:t>선후행</a:t>
            </a:r>
            <a:endParaRPr sz="1600"/>
          </a:p>
        </p:txBody>
      </p:sp>
      <p:sp>
        <p:nvSpPr>
          <p:cNvPr id="10" name="Text 8">
            <a:extLst>
              <a:ext uri="{FF2B5EF4-FFF2-40B4-BE49-F238E27FC236}">
                <a16:creationId xmlns:a16="http://schemas.microsoft.com/office/drawing/2014/main" id="{1A334D63-0892-46CF-9A38-3D9CE9A3FE6B}"/>
              </a:ext>
            </a:extLst>
          </p:cNvPr>
          <p:cNvSpPr>
            <a:spLocks noGrp="1"/>
          </p:cNvSpPr>
          <p:nvPr/>
        </p:nvSpPr>
        <p:spPr>
          <a:xfrm>
            <a:off x="10070287" y="969264"/>
            <a:ext cx="1408176" cy="320040"/>
          </a:xfrm>
          <a:prstGeom prst="rect">
            <a:avLst/>
          </a:prstGeom>
          <a:noFill/>
        </p:spPr>
        <p:txBody>
          <a:bodyPr wrap="square" lIns="0" tIns="0" rIns="0" bIns="0" anchor="t">
            <a:noAutofit/>
          </a:bodyPr>
          <a:lstStyle/>
          <a:p>
            <a:pPr marL="0" indent="0" algn="ctr">
              <a:lnSpc>
                <a:spcPct val="115000"/>
              </a:lnSpc>
              <a:buNone/>
              <a:defRPr>
                <a:latin typeface="Noto Sans KR"/>
                <a:ea typeface="Noto Sans KR"/>
                <a:cs typeface="Noto Sans KR"/>
              </a:defRPr>
            </a:pPr>
            <a:r>
              <a:rPr sz="850">
                <a:solidFill>
                  <a:srgbClr val="5B6A6C"/>
                </a:solidFill>
                <a:latin typeface="Noto Sans KR"/>
                <a:ea typeface="Noto Sans KR"/>
                <a:cs typeface="Noto Sans KR"/>
              </a:rPr>
              <a:t>작업 간 연결</a:t>
            </a:r>
            <a:endParaRPr sz="850"/>
          </a:p>
        </p:txBody>
      </p:sp>
      <p:sp>
        <p:nvSpPr>
          <p:cNvPr id="11" name="Text 9">
            <a:extLst>
              <a:ext uri="{FF2B5EF4-FFF2-40B4-BE49-F238E27FC236}">
                <a16:creationId xmlns:a16="http://schemas.microsoft.com/office/drawing/2014/main" id="{104706A5-70DC-49EB-A533-D9E07286C27C}"/>
              </a:ext>
            </a:extLst>
          </p:cNvPr>
          <p:cNvSpPr>
            <a:spLocks noGrp="1"/>
          </p:cNvSpPr>
          <p:nvPr/>
        </p:nvSpPr>
        <p:spPr>
          <a:xfrm>
            <a:off x="640080" y="1572768"/>
            <a:ext cx="7680960" cy="502920"/>
          </a:xfrm>
          <a:prstGeom prst="rect">
            <a:avLst/>
          </a:prstGeom>
          <a:noFill/>
        </p:spPr>
        <p:txBody>
          <a:bodyPr wrap="square" lIns="0" tIns="0" rIns="0" bIns="0" anchor="ctr">
            <a:noAutofit/>
          </a:bodyPr>
          <a:lstStyle/>
          <a:p>
            <a:pPr marL="0" indent="0">
              <a:lnSpc>
                <a:spcPct val="115000"/>
              </a:lnSpc>
              <a:buNone/>
              <a:defRPr sz="1650">
                <a:latin typeface="Noto Sans KR"/>
                <a:ea typeface="Noto Sans KR"/>
                <a:cs typeface="Noto Sans KR"/>
              </a:defRPr>
            </a:pPr>
            <a:r>
              <a:rPr sz="1650">
                <a:solidFill>
                  <a:srgbClr val="5B6A6C"/>
                </a:solidFill>
                <a:latin typeface="Noto Sans KR"/>
                <a:ea typeface="Noto Sans KR"/>
                <a:cs typeface="Noto Sans KR"/>
              </a:rPr>
              <a:t>“어떤 순서로 언제 완료할 것인가?” 계층과 연결 관계를 함께 확인합니다.</a:t>
            </a:r>
            <a:endParaRPr sz="1150"/>
          </a:p>
        </p:txBody>
      </p:sp>
      <p:sp>
        <p:nvSpPr>
          <p:cNvPr id="12" name="Shape 10">
            <a:extLst>
              <a:ext uri="{FF2B5EF4-FFF2-40B4-BE49-F238E27FC236}">
                <a16:creationId xmlns:a16="http://schemas.microsoft.com/office/drawing/2014/main" id="{CBF1CCF7-C3DA-4AB5-A494-94C1562C06F9}"/>
              </a:ext>
            </a:extLst>
          </p:cNvPr>
          <p:cNvSpPr>
            <a:spLocks noGrp="1"/>
          </p:cNvSpPr>
          <p:nvPr/>
        </p:nvSpPr>
        <p:spPr>
          <a:xfrm>
            <a:off x="640080" y="2212848"/>
            <a:ext cx="6903720" cy="3931920"/>
          </a:xfrm>
          <a:prstGeom prst="roundRect">
            <a:avLst>
              <a:gd name="adj" fmla="val 1860"/>
            </a:avLst>
          </a:prstGeom>
          <a:solidFill>
            <a:srgbClr val="F7FBFC"/>
          </a:solidFill>
          <a:ln w="15875">
            <a:solidFill>
              <a:srgbClr val="DCE8E9"/>
            </a:solidFill>
            <a:prstDash val="solid"/>
          </a:ln>
          <a:effectLst>
            <a:outerShdw blurRad="114300" dist="38100" dir="5400000" algn="bl" rotWithShape="0">
              <a:srgbClr val="9FC4C6">
                <a:alpha val="28000"/>
              </a:srgbClr>
            </a:outerShdw>
          </a:effectLst>
        </p:spPr>
        <p:txBody>
          <a:bodyPr/>
          <a:lstStyle/>
          <a:p>
            <a:endParaRPr lang="ko-KR" altLang="en-US"/>
          </a:p>
        </p:txBody>
      </p:sp>
      <p:sp>
        <p:nvSpPr>
          <p:cNvPr id="14" name="Text 11">
            <a:extLst>
              <a:ext uri="{FF2B5EF4-FFF2-40B4-BE49-F238E27FC236}">
                <a16:creationId xmlns:a16="http://schemas.microsoft.com/office/drawing/2014/main" id="{7803DB1B-B7C2-44C3-9BE9-F0562F75029B}"/>
              </a:ext>
            </a:extLst>
          </p:cNvPr>
          <p:cNvSpPr>
            <a:spLocks noGrp="1"/>
          </p:cNvSpPr>
          <p:nvPr/>
        </p:nvSpPr>
        <p:spPr>
          <a:xfrm>
            <a:off x="822960" y="5760720"/>
            <a:ext cx="6537960" cy="292608"/>
          </a:xfrm>
          <a:prstGeom prst="rect">
            <a:avLst/>
          </a:prstGeom>
          <a:noFill/>
        </p:spPr>
        <p:txBody>
          <a:bodyPr wrap="square" lIns="0" tIns="0" rIns="0" bIns="0" anchor="ctr">
            <a:noAutofit/>
          </a:bodyPr>
          <a:lstStyle/>
          <a:p>
            <a:pPr marL="0" indent="0">
              <a:lnSpc>
                <a:spcPct val="115000"/>
              </a:lnSpc>
              <a:buNone/>
              <a:defRPr sz="1200">
                <a:solidFill>
                  <a:srgbClr val="5B6A6C"/>
                </a:solidFill>
                <a:latin typeface="Noto Sans KR"/>
                <a:ea typeface="Noto Sans KR"/>
                <a:cs typeface="Noto Sans KR"/>
              </a:defRPr>
            </a:pPr>
            <a:r>
              <a:rPr sz="1200" b="1">
                <a:solidFill>
                  <a:srgbClr val="5B6A6C"/>
                </a:solidFill>
                <a:latin typeface="Noto Sans KR"/>
                <a:ea typeface="Noto Sans KR"/>
                <a:cs typeface="Noto Sans KR"/>
              </a:rPr>
              <a:t>첨부 실제 화면 · 인물·프로젝트·작업을 가상 명칭으로 대체 · 월 보기</a:t>
            </a:r>
            <a:endParaRPr sz="850"/>
          </a:p>
        </p:txBody>
      </p:sp>
      <p:sp>
        <p:nvSpPr>
          <p:cNvPr id="15" name="Text 12">
            <a:extLst>
              <a:ext uri="{FF2B5EF4-FFF2-40B4-BE49-F238E27FC236}">
                <a16:creationId xmlns:a16="http://schemas.microsoft.com/office/drawing/2014/main" id="{ECF5A165-DE27-4A9B-98D0-A3A5BD87A2B1}"/>
              </a:ext>
            </a:extLst>
          </p:cNvPr>
          <p:cNvSpPr>
            <a:spLocks noGrp="1"/>
          </p:cNvSpPr>
          <p:nvPr/>
        </p:nvSpPr>
        <p:spPr>
          <a:xfrm>
            <a:off x="8001000" y="2212848"/>
            <a:ext cx="3550615" cy="685800"/>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1700" b="1">
                <a:solidFill>
                  <a:srgbClr val="17282B"/>
                </a:solidFill>
                <a:latin typeface="Noto Sans KR"/>
                <a:ea typeface="Noto Sans KR"/>
                <a:cs typeface="Noto Sans KR"/>
              </a:rPr>
              <a:t>확인에서 판단으로</a:t>
            </a:r>
            <a:endParaRPr sz="1700"/>
          </a:p>
        </p:txBody>
      </p:sp>
      <p:sp>
        <p:nvSpPr>
          <p:cNvPr id="16" name="Shape 13">
            <a:extLst>
              <a:ext uri="{FF2B5EF4-FFF2-40B4-BE49-F238E27FC236}">
                <a16:creationId xmlns:a16="http://schemas.microsoft.com/office/drawing/2014/main" id="{3F61EF70-675C-4EEF-9B61-A5F79CB28D89}"/>
              </a:ext>
            </a:extLst>
          </p:cNvPr>
          <p:cNvSpPr>
            <a:spLocks noGrp="1"/>
          </p:cNvSpPr>
          <p:nvPr/>
        </p:nvSpPr>
        <p:spPr>
          <a:xfrm>
            <a:off x="8001000" y="2944368"/>
            <a:ext cx="365760" cy="365760"/>
          </a:xfrm>
          <a:prstGeom prst="ellipse">
            <a:avLst/>
          </a:prstGeom>
          <a:solidFill>
            <a:srgbClr val="D6EEF0"/>
          </a:solidFill>
        </p:spPr>
        <p:txBody>
          <a:bodyPr/>
          <a:lstStyle/>
          <a:p>
            <a:endParaRPr lang="ko-KR" altLang="en-US"/>
          </a:p>
        </p:txBody>
      </p:sp>
      <p:sp>
        <p:nvSpPr>
          <p:cNvPr id="17" name="Text 14">
            <a:extLst>
              <a:ext uri="{FF2B5EF4-FFF2-40B4-BE49-F238E27FC236}">
                <a16:creationId xmlns:a16="http://schemas.microsoft.com/office/drawing/2014/main" id="{1A4D0C27-484E-4880-BE4E-45274C6159A7}"/>
              </a:ext>
            </a:extLst>
          </p:cNvPr>
          <p:cNvSpPr>
            <a:spLocks noGrp="1"/>
          </p:cNvSpPr>
          <p:nvPr/>
        </p:nvSpPr>
        <p:spPr>
          <a:xfrm>
            <a:off x="8001000" y="2944368"/>
            <a:ext cx="365760" cy="365760"/>
          </a:xfrm>
          <a:prstGeom prst="rect">
            <a:avLst/>
          </a:prstGeom>
          <a:noFill/>
        </p:spPr>
        <p:txBody>
          <a:bodyPr wrap="square" lIns="0" tIns="0" rIns="0" bIns="0" anchor="ctr"/>
          <a:lstStyle/>
          <a:p>
            <a:pPr marL="0" indent="0" algn="ctr">
              <a:lnSpc>
                <a:spcPct val="115000"/>
              </a:lnSpc>
              <a:buNone/>
            </a:pPr>
            <a:r>
              <a:rPr sz="1250" b="1">
                <a:solidFill>
                  <a:srgbClr val="2C7E82"/>
                </a:solidFill>
                <a:latin typeface="Noto Sans KR"/>
                <a:ea typeface="Noto Sans KR"/>
                <a:cs typeface="Noto Sans KR"/>
              </a:rPr>
              <a:t>1</a:t>
            </a:r>
            <a:endParaRPr sz="1250"/>
          </a:p>
        </p:txBody>
      </p:sp>
      <p:sp>
        <p:nvSpPr>
          <p:cNvPr id="18" name="Text 15">
            <a:extLst>
              <a:ext uri="{FF2B5EF4-FFF2-40B4-BE49-F238E27FC236}">
                <a16:creationId xmlns:a16="http://schemas.microsoft.com/office/drawing/2014/main" id="{FC546FCA-B710-4CCE-8C0A-691AE4D3D3A9}"/>
              </a:ext>
            </a:extLst>
          </p:cNvPr>
          <p:cNvSpPr>
            <a:spLocks noGrp="1"/>
          </p:cNvSpPr>
          <p:nvPr/>
        </p:nvSpPr>
        <p:spPr>
          <a:xfrm>
            <a:off x="8513064" y="2898648"/>
            <a:ext cx="3038551" cy="274320"/>
          </a:xfrm>
          <a:prstGeom prst="rect">
            <a:avLst/>
          </a:prstGeom>
          <a:noFill/>
        </p:spPr>
        <p:txBody>
          <a:bodyPr wrap="square" lIns="0" tIns="0" rIns="0" bIns="0" anchor="ctr">
            <a:noAutofit/>
          </a:bodyPr>
          <a:lstStyle/>
          <a:p>
            <a:pPr marL="0" indent="0">
              <a:lnSpc>
                <a:spcPct val="115000"/>
              </a:lnSpc>
              <a:buNone/>
              <a:defRPr sz="1725" b="1">
                <a:solidFill>
                  <a:srgbClr val="172A2D"/>
                </a:solidFill>
                <a:latin typeface="Noto Sans KR"/>
                <a:ea typeface="Noto Sans KR"/>
                <a:cs typeface="Noto Sans KR"/>
              </a:defRPr>
            </a:pPr>
            <a:r>
              <a:rPr sz="1725" b="1">
                <a:solidFill>
                  <a:srgbClr val="172A2D"/>
                </a:solidFill>
                <a:latin typeface="Noto Sans KR"/>
                <a:ea typeface="Noto Sans KR"/>
                <a:cs typeface="Noto Sans KR"/>
              </a:rPr>
              <a:t>목록</a:t>
            </a:r>
            <a:endParaRPr sz="1200"/>
          </a:p>
        </p:txBody>
      </p:sp>
      <p:sp>
        <p:nvSpPr>
          <p:cNvPr id="19" name="Text 16">
            <a:extLst>
              <a:ext uri="{FF2B5EF4-FFF2-40B4-BE49-F238E27FC236}">
                <a16:creationId xmlns:a16="http://schemas.microsoft.com/office/drawing/2014/main" id="{083C0594-5C97-421D-9656-CC74976432F5}"/>
              </a:ext>
            </a:extLst>
          </p:cNvPr>
          <p:cNvSpPr>
            <a:spLocks noGrp="1"/>
          </p:cNvSpPr>
          <p:nvPr/>
        </p:nvSpPr>
        <p:spPr>
          <a:xfrm>
            <a:off x="8513064" y="3154680"/>
            <a:ext cx="3038551" cy="502920"/>
          </a:xfrm>
          <a:prstGeom prst="rect">
            <a:avLst/>
          </a:prstGeom>
          <a:noFill/>
        </p:spPr>
        <p:txBody>
          <a:bodyPr wrap="square" lIns="0" tIns="0" rIns="0" bIns="0" anchor="t">
            <a:noAutofit/>
          </a:bodyPr>
          <a:lstStyle/>
          <a:p>
            <a:pPr marL="0" indent="0">
              <a:lnSpc>
                <a:spcPct val="115000"/>
              </a:lnSpc>
              <a:buNone/>
              <a:defRPr sz="1500">
                <a:solidFill>
                  <a:srgbClr val="5B6A6C"/>
                </a:solidFill>
                <a:latin typeface="Noto Sans KR"/>
                <a:ea typeface="Noto Sans KR"/>
                <a:cs typeface="Noto Sans KR"/>
              </a:defRPr>
            </a:pPr>
            <a:r>
              <a:rPr sz="1500">
                <a:solidFill>
                  <a:srgbClr val="5B6A6C"/>
                </a:solidFill>
                <a:latin typeface="Noto Sans KR"/>
                <a:ea typeface="Noto Sans KR"/>
                <a:cs typeface="Noto Sans KR"/>
              </a:rPr>
              <a:t>작업 항목과 상태를 확인</a:t>
            </a:r>
            <a:endParaRPr sz="1000"/>
          </a:p>
        </p:txBody>
      </p:sp>
      <p:sp>
        <p:nvSpPr>
          <p:cNvPr id="20" name="Shape 17">
            <a:extLst>
              <a:ext uri="{FF2B5EF4-FFF2-40B4-BE49-F238E27FC236}">
                <a16:creationId xmlns:a16="http://schemas.microsoft.com/office/drawing/2014/main" id="{1F3B37D1-BF71-4771-98AF-61F776F37205}"/>
              </a:ext>
            </a:extLst>
          </p:cNvPr>
          <p:cNvSpPr>
            <a:spLocks noGrp="1"/>
          </p:cNvSpPr>
          <p:nvPr/>
        </p:nvSpPr>
        <p:spPr>
          <a:xfrm>
            <a:off x="8001000" y="3712464"/>
            <a:ext cx="365760" cy="365760"/>
          </a:xfrm>
          <a:prstGeom prst="ellipse">
            <a:avLst/>
          </a:prstGeom>
          <a:solidFill>
            <a:srgbClr val="D6EEF0"/>
          </a:solidFill>
        </p:spPr>
        <p:txBody>
          <a:bodyPr/>
          <a:lstStyle/>
          <a:p>
            <a:endParaRPr lang="ko-KR" altLang="en-US"/>
          </a:p>
        </p:txBody>
      </p:sp>
      <p:sp>
        <p:nvSpPr>
          <p:cNvPr id="21" name="Text 18">
            <a:extLst>
              <a:ext uri="{FF2B5EF4-FFF2-40B4-BE49-F238E27FC236}">
                <a16:creationId xmlns:a16="http://schemas.microsoft.com/office/drawing/2014/main" id="{7BCE79F5-9749-4D4A-BCFD-42A4DECDE164}"/>
              </a:ext>
            </a:extLst>
          </p:cNvPr>
          <p:cNvSpPr>
            <a:spLocks noGrp="1"/>
          </p:cNvSpPr>
          <p:nvPr/>
        </p:nvSpPr>
        <p:spPr>
          <a:xfrm>
            <a:off x="8001000" y="3712464"/>
            <a:ext cx="365760" cy="365760"/>
          </a:xfrm>
          <a:prstGeom prst="rect">
            <a:avLst/>
          </a:prstGeom>
          <a:noFill/>
        </p:spPr>
        <p:txBody>
          <a:bodyPr wrap="square" lIns="0" tIns="0" rIns="0" bIns="0" anchor="ctr"/>
          <a:lstStyle/>
          <a:p>
            <a:pPr marL="0" indent="0" algn="ctr">
              <a:lnSpc>
                <a:spcPct val="115000"/>
              </a:lnSpc>
              <a:buNone/>
            </a:pPr>
            <a:r>
              <a:rPr sz="1250" b="1">
                <a:solidFill>
                  <a:srgbClr val="2C7E82"/>
                </a:solidFill>
                <a:latin typeface="Noto Sans KR"/>
                <a:ea typeface="Noto Sans KR"/>
                <a:cs typeface="Noto Sans KR"/>
              </a:rPr>
              <a:t>2</a:t>
            </a:r>
            <a:endParaRPr sz="1250"/>
          </a:p>
        </p:txBody>
      </p:sp>
      <p:sp>
        <p:nvSpPr>
          <p:cNvPr id="22" name="Text 19">
            <a:extLst>
              <a:ext uri="{FF2B5EF4-FFF2-40B4-BE49-F238E27FC236}">
                <a16:creationId xmlns:a16="http://schemas.microsoft.com/office/drawing/2014/main" id="{B805106F-A7BF-401C-B816-4BC07AACE567}"/>
              </a:ext>
            </a:extLst>
          </p:cNvPr>
          <p:cNvSpPr>
            <a:spLocks noGrp="1"/>
          </p:cNvSpPr>
          <p:nvPr/>
        </p:nvSpPr>
        <p:spPr>
          <a:xfrm>
            <a:off x="8513064" y="3666744"/>
            <a:ext cx="3038551" cy="274320"/>
          </a:xfrm>
          <a:prstGeom prst="rect">
            <a:avLst/>
          </a:prstGeom>
          <a:noFill/>
        </p:spPr>
        <p:txBody>
          <a:bodyPr wrap="square" lIns="0" tIns="0" rIns="0" bIns="0" anchor="ctr">
            <a:noAutofit/>
          </a:bodyPr>
          <a:lstStyle/>
          <a:p>
            <a:pPr marL="0" indent="0">
              <a:lnSpc>
                <a:spcPct val="115000"/>
              </a:lnSpc>
              <a:buNone/>
              <a:defRPr sz="1725" b="1">
                <a:solidFill>
                  <a:srgbClr val="172A2D"/>
                </a:solidFill>
                <a:latin typeface="Noto Sans KR"/>
                <a:ea typeface="Noto Sans KR"/>
                <a:cs typeface="Noto Sans KR"/>
              </a:defRPr>
            </a:pPr>
            <a:r>
              <a:rPr sz="1725" b="1">
                <a:solidFill>
                  <a:srgbClr val="172A2D"/>
                </a:solidFill>
                <a:latin typeface="Noto Sans KR"/>
                <a:ea typeface="Noto Sans KR"/>
                <a:cs typeface="Noto Sans KR"/>
              </a:rPr>
              <a:t>트리</a:t>
            </a:r>
            <a:endParaRPr sz="1200"/>
          </a:p>
        </p:txBody>
      </p:sp>
      <p:sp>
        <p:nvSpPr>
          <p:cNvPr id="23" name="Text 20">
            <a:extLst>
              <a:ext uri="{FF2B5EF4-FFF2-40B4-BE49-F238E27FC236}">
                <a16:creationId xmlns:a16="http://schemas.microsoft.com/office/drawing/2014/main" id="{302C41DB-62AA-489F-885F-D76066FEBA5D}"/>
              </a:ext>
            </a:extLst>
          </p:cNvPr>
          <p:cNvSpPr>
            <a:spLocks noGrp="1"/>
          </p:cNvSpPr>
          <p:nvPr/>
        </p:nvSpPr>
        <p:spPr>
          <a:xfrm>
            <a:off x="8513064" y="3922776"/>
            <a:ext cx="3038551" cy="502920"/>
          </a:xfrm>
          <a:prstGeom prst="rect">
            <a:avLst/>
          </a:prstGeom>
          <a:noFill/>
        </p:spPr>
        <p:txBody>
          <a:bodyPr wrap="square" lIns="0" tIns="0" rIns="0" bIns="0" anchor="t">
            <a:noAutofit/>
          </a:bodyPr>
          <a:lstStyle/>
          <a:p>
            <a:pPr marL="0" indent="0">
              <a:lnSpc>
                <a:spcPct val="115000"/>
              </a:lnSpc>
              <a:buNone/>
              <a:defRPr sz="1500">
                <a:solidFill>
                  <a:srgbClr val="5B6A6C"/>
                </a:solidFill>
                <a:latin typeface="Noto Sans KR"/>
                <a:ea typeface="Noto Sans KR"/>
                <a:cs typeface="Noto Sans KR"/>
              </a:defRPr>
            </a:pPr>
            <a:r>
              <a:rPr sz="1500">
                <a:solidFill>
                  <a:srgbClr val="5B6A6C"/>
                </a:solidFill>
                <a:latin typeface="Noto Sans KR"/>
                <a:ea typeface="Noto Sans KR"/>
                <a:cs typeface="Noto Sans KR"/>
              </a:rPr>
              <a:t>WBS·폴더로 작업 계층 파악</a:t>
            </a:r>
            <a:endParaRPr sz="1000"/>
          </a:p>
        </p:txBody>
      </p:sp>
      <p:sp>
        <p:nvSpPr>
          <p:cNvPr id="24" name="Shape 21">
            <a:extLst>
              <a:ext uri="{FF2B5EF4-FFF2-40B4-BE49-F238E27FC236}">
                <a16:creationId xmlns:a16="http://schemas.microsoft.com/office/drawing/2014/main" id="{031449BE-420B-417A-8E86-948DB0232AEC}"/>
              </a:ext>
            </a:extLst>
          </p:cNvPr>
          <p:cNvSpPr>
            <a:spLocks noGrp="1"/>
          </p:cNvSpPr>
          <p:nvPr/>
        </p:nvSpPr>
        <p:spPr>
          <a:xfrm>
            <a:off x="8001000" y="4480560"/>
            <a:ext cx="365760" cy="365760"/>
          </a:xfrm>
          <a:prstGeom prst="ellipse">
            <a:avLst/>
          </a:prstGeom>
          <a:solidFill>
            <a:srgbClr val="D6EEF0"/>
          </a:solidFill>
        </p:spPr>
        <p:txBody>
          <a:bodyPr/>
          <a:lstStyle/>
          <a:p>
            <a:endParaRPr lang="ko-KR" altLang="en-US"/>
          </a:p>
        </p:txBody>
      </p:sp>
      <p:sp>
        <p:nvSpPr>
          <p:cNvPr id="25" name="Text 22">
            <a:extLst>
              <a:ext uri="{FF2B5EF4-FFF2-40B4-BE49-F238E27FC236}">
                <a16:creationId xmlns:a16="http://schemas.microsoft.com/office/drawing/2014/main" id="{6758563C-8910-4656-A380-3FC6C811D78F}"/>
              </a:ext>
            </a:extLst>
          </p:cNvPr>
          <p:cNvSpPr>
            <a:spLocks noGrp="1"/>
          </p:cNvSpPr>
          <p:nvPr/>
        </p:nvSpPr>
        <p:spPr>
          <a:xfrm>
            <a:off x="8001000" y="4480560"/>
            <a:ext cx="365760" cy="365760"/>
          </a:xfrm>
          <a:prstGeom prst="rect">
            <a:avLst/>
          </a:prstGeom>
          <a:noFill/>
        </p:spPr>
        <p:txBody>
          <a:bodyPr wrap="square" lIns="0" tIns="0" rIns="0" bIns="0" anchor="ctr"/>
          <a:lstStyle/>
          <a:p>
            <a:pPr marL="0" indent="0" algn="ctr">
              <a:lnSpc>
                <a:spcPct val="115000"/>
              </a:lnSpc>
              <a:buNone/>
            </a:pPr>
            <a:r>
              <a:rPr sz="1250" b="1">
                <a:solidFill>
                  <a:srgbClr val="2C7E82"/>
                </a:solidFill>
                <a:latin typeface="Noto Sans KR"/>
                <a:ea typeface="Noto Sans KR"/>
                <a:cs typeface="Noto Sans KR"/>
              </a:rPr>
              <a:t>3</a:t>
            </a:r>
            <a:endParaRPr sz="1250"/>
          </a:p>
        </p:txBody>
      </p:sp>
      <p:sp>
        <p:nvSpPr>
          <p:cNvPr id="26" name="Text 23">
            <a:extLst>
              <a:ext uri="{FF2B5EF4-FFF2-40B4-BE49-F238E27FC236}">
                <a16:creationId xmlns:a16="http://schemas.microsoft.com/office/drawing/2014/main" id="{64BD0C6D-D600-4160-87A9-AE386A343BAD}"/>
              </a:ext>
            </a:extLst>
          </p:cNvPr>
          <p:cNvSpPr>
            <a:spLocks noGrp="1"/>
          </p:cNvSpPr>
          <p:nvPr/>
        </p:nvSpPr>
        <p:spPr>
          <a:xfrm>
            <a:off x="8513064" y="4434840"/>
            <a:ext cx="3038551" cy="274320"/>
          </a:xfrm>
          <a:prstGeom prst="rect">
            <a:avLst/>
          </a:prstGeom>
          <a:noFill/>
        </p:spPr>
        <p:txBody>
          <a:bodyPr wrap="square" lIns="0" tIns="0" rIns="0" bIns="0" anchor="ctr">
            <a:noAutofit/>
          </a:bodyPr>
          <a:lstStyle/>
          <a:p>
            <a:pPr marL="0" indent="0">
              <a:lnSpc>
                <a:spcPct val="115000"/>
              </a:lnSpc>
              <a:buNone/>
              <a:defRPr sz="1725" b="1">
                <a:solidFill>
                  <a:srgbClr val="172A2D"/>
                </a:solidFill>
                <a:latin typeface="Noto Sans KR"/>
                <a:ea typeface="Noto Sans KR"/>
                <a:cs typeface="Noto Sans KR"/>
              </a:defRPr>
            </a:pPr>
            <a:r>
              <a:rPr sz="1725" b="1">
                <a:solidFill>
                  <a:srgbClr val="172A2D"/>
                </a:solidFill>
                <a:latin typeface="Noto Sans KR"/>
                <a:ea typeface="Noto Sans KR"/>
                <a:cs typeface="Noto Sans KR"/>
              </a:rPr>
              <a:t>간트</a:t>
            </a:r>
            <a:endParaRPr sz="1200"/>
          </a:p>
        </p:txBody>
      </p:sp>
      <p:sp>
        <p:nvSpPr>
          <p:cNvPr id="27" name="Text 24">
            <a:extLst>
              <a:ext uri="{FF2B5EF4-FFF2-40B4-BE49-F238E27FC236}">
                <a16:creationId xmlns:a16="http://schemas.microsoft.com/office/drawing/2014/main" id="{940F75FC-D7A5-455A-A868-FBE9FB79B2F6}"/>
              </a:ext>
            </a:extLst>
          </p:cNvPr>
          <p:cNvSpPr>
            <a:spLocks noGrp="1"/>
          </p:cNvSpPr>
          <p:nvPr/>
        </p:nvSpPr>
        <p:spPr>
          <a:xfrm>
            <a:off x="8513064" y="4690872"/>
            <a:ext cx="3038551" cy="502920"/>
          </a:xfrm>
          <a:prstGeom prst="rect">
            <a:avLst/>
          </a:prstGeom>
          <a:noFill/>
        </p:spPr>
        <p:txBody>
          <a:bodyPr wrap="square" lIns="0" tIns="0" rIns="0" bIns="0" anchor="t">
            <a:noAutofit/>
          </a:bodyPr>
          <a:lstStyle/>
          <a:p>
            <a:pPr marL="0" indent="0">
              <a:lnSpc>
                <a:spcPct val="115000"/>
              </a:lnSpc>
              <a:buNone/>
              <a:defRPr sz="1500">
                <a:solidFill>
                  <a:srgbClr val="5B6A6C"/>
                </a:solidFill>
                <a:latin typeface="Noto Sans KR"/>
                <a:ea typeface="Noto Sans KR"/>
                <a:cs typeface="Noto Sans KR"/>
              </a:defRPr>
            </a:pPr>
            <a:r>
              <a:rPr sz="1500">
                <a:solidFill>
                  <a:srgbClr val="5B6A6C"/>
                </a:solidFill>
                <a:latin typeface="Noto Sans KR"/>
                <a:ea typeface="Noto Sans KR"/>
                <a:cs typeface="Noto Sans KR"/>
              </a:rPr>
              <a:t>날짜 축과 선후행 관계 확인</a:t>
            </a:r>
            <a:endParaRPr sz="1000"/>
          </a:p>
        </p:txBody>
      </p:sp>
      <p:sp>
        <p:nvSpPr>
          <p:cNvPr id="28" name="Shape 25">
            <a:extLst>
              <a:ext uri="{FF2B5EF4-FFF2-40B4-BE49-F238E27FC236}">
                <a16:creationId xmlns:a16="http://schemas.microsoft.com/office/drawing/2014/main" id="{44E3F606-7591-48EA-8387-FD375A34E11D}"/>
              </a:ext>
            </a:extLst>
          </p:cNvPr>
          <p:cNvSpPr>
            <a:spLocks noGrp="1"/>
          </p:cNvSpPr>
          <p:nvPr/>
        </p:nvSpPr>
        <p:spPr>
          <a:xfrm>
            <a:off x="8001000" y="5248656"/>
            <a:ext cx="365760" cy="365760"/>
          </a:xfrm>
          <a:prstGeom prst="ellipse">
            <a:avLst/>
          </a:prstGeom>
          <a:solidFill>
            <a:srgbClr val="D6EEF0"/>
          </a:solidFill>
        </p:spPr>
        <p:txBody>
          <a:bodyPr/>
          <a:lstStyle/>
          <a:p>
            <a:endParaRPr lang="ko-KR" altLang="en-US"/>
          </a:p>
        </p:txBody>
      </p:sp>
      <p:sp>
        <p:nvSpPr>
          <p:cNvPr id="29" name="Text 26">
            <a:extLst>
              <a:ext uri="{FF2B5EF4-FFF2-40B4-BE49-F238E27FC236}">
                <a16:creationId xmlns:a16="http://schemas.microsoft.com/office/drawing/2014/main" id="{451D6DB4-59DB-4FED-977B-77511F1EBC51}"/>
              </a:ext>
            </a:extLst>
          </p:cNvPr>
          <p:cNvSpPr>
            <a:spLocks noGrp="1"/>
          </p:cNvSpPr>
          <p:nvPr/>
        </p:nvSpPr>
        <p:spPr>
          <a:xfrm>
            <a:off x="8001000" y="5248656"/>
            <a:ext cx="365760" cy="365760"/>
          </a:xfrm>
          <a:prstGeom prst="rect">
            <a:avLst/>
          </a:prstGeom>
          <a:noFill/>
        </p:spPr>
        <p:txBody>
          <a:bodyPr wrap="square" lIns="0" tIns="0" rIns="0" bIns="0" anchor="ctr"/>
          <a:lstStyle/>
          <a:p>
            <a:pPr marL="0" indent="0" algn="ctr">
              <a:lnSpc>
                <a:spcPct val="115000"/>
              </a:lnSpc>
              <a:buNone/>
            </a:pPr>
            <a:r>
              <a:rPr sz="1250" b="1">
                <a:solidFill>
                  <a:srgbClr val="2C7E82"/>
                </a:solidFill>
                <a:latin typeface="Noto Sans KR"/>
                <a:ea typeface="Noto Sans KR"/>
                <a:cs typeface="Noto Sans KR"/>
              </a:rPr>
              <a:t>4</a:t>
            </a:r>
            <a:endParaRPr sz="1250"/>
          </a:p>
        </p:txBody>
      </p:sp>
      <p:sp>
        <p:nvSpPr>
          <p:cNvPr id="30" name="Text 27">
            <a:extLst>
              <a:ext uri="{FF2B5EF4-FFF2-40B4-BE49-F238E27FC236}">
                <a16:creationId xmlns:a16="http://schemas.microsoft.com/office/drawing/2014/main" id="{E0E3F8A4-316C-4E74-8B74-25CDCFF0166D}"/>
              </a:ext>
            </a:extLst>
          </p:cNvPr>
          <p:cNvSpPr>
            <a:spLocks noGrp="1"/>
          </p:cNvSpPr>
          <p:nvPr/>
        </p:nvSpPr>
        <p:spPr>
          <a:xfrm>
            <a:off x="8513064" y="5202936"/>
            <a:ext cx="3038551" cy="274320"/>
          </a:xfrm>
          <a:prstGeom prst="rect">
            <a:avLst/>
          </a:prstGeom>
          <a:noFill/>
        </p:spPr>
        <p:txBody>
          <a:bodyPr wrap="square" lIns="0" tIns="0" rIns="0" bIns="0" anchor="ctr">
            <a:noAutofit/>
          </a:bodyPr>
          <a:lstStyle/>
          <a:p>
            <a:pPr marL="0" indent="0">
              <a:lnSpc>
                <a:spcPct val="115000"/>
              </a:lnSpc>
              <a:buNone/>
              <a:defRPr sz="1725" b="1">
                <a:solidFill>
                  <a:srgbClr val="172A2D"/>
                </a:solidFill>
                <a:latin typeface="Noto Sans KR"/>
                <a:ea typeface="Noto Sans KR"/>
                <a:cs typeface="Noto Sans KR"/>
              </a:defRPr>
            </a:pPr>
            <a:r>
              <a:rPr sz="1725" b="1">
                <a:solidFill>
                  <a:srgbClr val="172A2D"/>
                </a:solidFill>
                <a:latin typeface="Noto Sans KR"/>
                <a:ea typeface="Noto Sans KR"/>
                <a:cs typeface="Noto Sans KR"/>
              </a:rPr>
              <a:t>일정 조정</a:t>
            </a:r>
            <a:endParaRPr sz="1200"/>
          </a:p>
        </p:txBody>
      </p:sp>
      <p:sp>
        <p:nvSpPr>
          <p:cNvPr id="31" name="Text 28">
            <a:extLst>
              <a:ext uri="{FF2B5EF4-FFF2-40B4-BE49-F238E27FC236}">
                <a16:creationId xmlns:a16="http://schemas.microsoft.com/office/drawing/2014/main" id="{BE3E6EDD-D8A7-4B25-AA9F-E573524630CD}"/>
              </a:ext>
            </a:extLst>
          </p:cNvPr>
          <p:cNvSpPr>
            <a:spLocks noGrp="1"/>
          </p:cNvSpPr>
          <p:nvPr/>
        </p:nvSpPr>
        <p:spPr>
          <a:xfrm>
            <a:off x="8513064" y="5458968"/>
            <a:ext cx="3038551" cy="502920"/>
          </a:xfrm>
          <a:prstGeom prst="rect">
            <a:avLst/>
          </a:prstGeom>
          <a:noFill/>
        </p:spPr>
        <p:txBody>
          <a:bodyPr wrap="square" lIns="0" tIns="0" rIns="0" bIns="0" anchor="t">
            <a:noAutofit/>
          </a:bodyPr>
          <a:lstStyle/>
          <a:p>
            <a:pPr marL="0" indent="0">
              <a:lnSpc>
                <a:spcPct val="115000"/>
              </a:lnSpc>
              <a:buNone/>
              <a:defRPr sz="1500">
                <a:solidFill>
                  <a:srgbClr val="5B6A6C"/>
                </a:solidFill>
                <a:latin typeface="Noto Sans KR"/>
                <a:ea typeface="Noto Sans KR"/>
                <a:cs typeface="Noto Sans KR"/>
              </a:defRPr>
            </a:pPr>
            <a:r>
              <a:rPr sz="1500">
                <a:solidFill>
                  <a:srgbClr val="5B6A6C"/>
                </a:solidFill>
                <a:latin typeface="Noto Sans KR"/>
                <a:ea typeface="Noto Sans KR"/>
                <a:cs typeface="Noto Sans KR"/>
              </a:rPr>
              <a:t>작업 순서와 완료 일정 검토</a:t>
            </a:r>
            <a:endParaRPr sz="1000"/>
          </a:p>
        </p:txBody>
      </p:sp>
      <p:sp>
        <p:nvSpPr>
          <p:cNvPr id="32" name="Text 29">
            <a:extLst>
              <a:ext uri="{FF2B5EF4-FFF2-40B4-BE49-F238E27FC236}">
                <a16:creationId xmlns:a16="http://schemas.microsoft.com/office/drawing/2014/main" id="{C256CB8E-9FAD-4307-9688-51439A47E59A}"/>
              </a:ext>
            </a:extLst>
          </p:cNvPr>
          <p:cNvSpPr>
            <a:spLocks noGrp="1"/>
          </p:cNvSpPr>
          <p:nvPr/>
        </p:nvSpPr>
        <p:spPr>
          <a:xfrm>
            <a:off x="8001000" y="6053328"/>
            <a:ext cx="3550615" cy="320040"/>
          </a:xfrm>
          <a:prstGeom prst="rect">
            <a:avLst/>
          </a:prstGeom>
          <a:noFill/>
        </p:spPr>
        <p:txBody>
          <a:bodyPr wrap="square" lIns="0" tIns="0" rIns="0" bIns="0" anchor="ctr">
            <a:noAutofit/>
          </a:bodyPr>
          <a:lstStyle/>
          <a:p>
            <a:pPr marL="0" indent="0">
              <a:lnSpc>
                <a:spcPct val="115000"/>
              </a:lnSpc>
              <a:buNone/>
              <a:defRPr sz="1350" b="1">
                <a:solidFill>
                  <a:srgbClr val="247C85"/>
                </a:solidFill>
                <a:latin typeface="Noto Sans KR"/>
                <a:ea typeface="Noto Sans KR"/>
                <a:cs typeface="Noto Sans KR"/>
              </a:defRPr>
            </a:pPr>
            <a:r>
              <a:rPr sz="1350" b="1">
                <a:solidFill>
                  <a:srgbClr val="247C85"/>
                </a:solidFill>
                <a:latin typeface="Noto Sans KR"/>
                <a:ea typeface="Noto Sans KR"/>
                <a:cs typeface="Noto Sans KR"/>
              </a:rPr>
              <a:t>화면의 조회 범위와 날짜 축을 함께 확인</a:t>
            </a:r>
            <a:endParaRPr sz="1050"/>
          </a:p>
        </p:txBody>
      </p:sp>
      <p:pic>
        <p:nvPicPr>
          <p:cNvPr id="68" name="Image 1"/>
          <p:cNvPicPr>
            <a:picLocks noChangeAspect="1"/>
          </p:cNvPicPr>
          <p:nvPr/>
        </p:nvPicPr>
        <p:blipFill>
          <a:blip r:embed="rId3"/>
          <a:stretch>
            <a:fillRect/>
          </a:stretch>
        </p:blipFill>
        <p:spPr>
          <a:xfrm>
            <a:off x="640080" y="6419088"/>
            <a:ext cx="786384" cy="180137"/>
          </a:xfrm>
          <a:prstGeom prst="rect">
            <a:avLst/>
          </a:prstGeom>
        </p:spPr>
      </p:pic>
      <p:sp>
        <p:nvSpPr>
          <p:cNvPr id="34" name="Text 30">
            <a:extLst>
              <a:ext uri="{FF2B5EF4-FFF2-40B4-BE49-F238E27FC236}">
                <a16:creationId xmlns:a16="http://schemas.microsoft.com/office/drawing/2014/main" id="{FE46252A-95FE-47DF-A80E-30451D6A9BE5}"/>
              </a:ext>
            </a:extLst>
          </p:cNvPr>
          <p:cNvSpPr>
            <a:spLocks noGrp="1"/>
          </p:cNvSpPr>
          <p:nvPr/>
        </p:nvSpPr>
        <p:spPr>
          <a:xfrm>
            <a:off x="1600200" y="6391656"/>
            <a:ext cx="5943600" cy="256032"/>
          </a:xfrm>
          <a:prstGeom prst="rect">
            <a:avLst/>
          </a:prstGeom>
          <a:noFill/>
        </p:spPr>
        <p:txBody>
          <a:bodyPr wrap="square" lIns="0" tIns="0" rIns="0" bIns="0" anchor="ctr"/>
          <a:lstStyle/>
          <a:p>
            <a:pPr marL="0" indent="0">
              <a:lnSpc>
                <a:spcPct val="115000"/>
              </a:lnSpc>
              <a:buNone/>
            </a:pPr>
            <a:r>
              <a:rPr sz="850" spc="100">
                <a:solidFill>
                  <a:srgbClr val="5B6A6C"/>
                </a:solidFill>
                <a:latin typeface="Noto Sans KR"/>
                <a:ea typeface="Noto Sans KR"/>
                <a:cs typeface="Noto Sans KR"/>
              </a:rPr>
              <a:t>Moves Workforce  ·  PRODUCT INTRODUCTION</a:t>
            </a:r>
            <a:endParaRPr sz="850"/>
          </a:p>
        </p:txBody>
      </p:sp>
      <p:sp>
        <p:nvSpPr>
          <p:cNvPr id="35" name="Text 31">
            <a:extLst>
              <a:ext uri="{FF2B5EF4-FFF2-40B4-BE49-F238E27FC236}">
                <a16:creationId xmlns:a16="http://schemas.microsoft.com/office/drawing/2014/main" id="{E4C8B179-D90F-480F-847E-FBB77F757857}"/>
              </a:ext>
            </a:extLst>
          </p:cNvPr>
          <p:cNvSpPr>
            <a:spLocks noGrp="1"/>
          </p:cNvSpPr>
          <p:nvPr/>
        </p:nvSpPr>
        <p:spPr>
          <a:xfrm>
            <a:off x="10088575" y="6391656"/>
            <a:ext cx="1463040" cy="256032"/>
          </a:xfrm>
          <a:prstGeom prst="rect">
            <a:avLst/>
          </a:prstGeom>
          <a:noFill/>
        </p:spPr>
        <p:txBody>
          <a:bodyPr wrap="square" lIns="0" tIns="0" rIns="0" bIns="0" anchor="ctr"/>
          <a:lstStyle/>
          <a:p>
            <a:pPr marL="0" indent="0" algn="r">
              <a:lnSpc>
                <a:spcPct val="115000"/>
              </a:lnSpc>
              <a:buNone/>
              <a:defRPr sz="900">
                <a:latin typeface="Noto Sans KR"/>
                <a:ea typeface="Noto Sans KR"/>
                <a:cs typeface="Noto Sans KR"/>
              </a:defRPr>
            </a:pPr>
            <a:r>
              <a:rPr sz="900" spc="100">
                <a:solidFill>
                  <a:srgbClr val="5B6A6C"/>
                </a:solidFill>
                <a:latin typeface="Noto Sans KR"/>
                <a:ea typeface="Noto Sans KR"/>
                <a:cs typeface="Noto Sans KR"/>
              </a:rPr>
              <a:t>08 / 12</a:t>
            </a:r>
            <a:endParaRPr sz="850"/>
          </a:p>
        </p:txBody>
      </p:sp>
      <p:pic>
        <p:nvPicPr>
          <p:cNvPr id="33" name="그림 32">
            <a:extLst>
              <a:ext uri="{FF2B5EF4-FFF2-40B4-BE49-F238E27FC236}">
                <a16:creationId xmlns:a16="http://schemas.microsoft.com/office/drawing/2014/main" id="{87511F4C-FD87-475A-704F-84AAA598B5E9}"/>
              </a:ext>
            </a:extLst>
          </p:cNvPr>
          <p:cNvPicPr>
            <a:picLocks noChangeAspect="1"/>
          </p:cNvPicPr>
          <p:nvPr/>
        </p:nvPicPr>
        <p:blipFill>
          <a:blip r:embed="rId4"/>
          <a:stretch>
            <a:fillRect/>
          </a:stretch>
        </p:blipFill>
        <p:spPr>
          <a:xfrm>
            <a:off x="870977" y="2478796"/>
            <a:ext cx="6456610" cy="3135620"/>
          </a:xfrm>
          <a:prstGeom prst="rect">
            <a:avLst/>
          </a:prstGeom>
        </p:spPr>
      </p:pic>
    </p:spTree>
    <p:extLst>
      <p:ext uri="{BB962C8B-B14F-4D97-AF65-F5344CB8AC3E}">
        <p14:creationId xmlns:p14="http://schemas.microsoft.com/office/powerpoint/2010/main" val="16507070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2B92FC5E-E909-4490-8E4E-B84B78DE98D2}"/>
              </a:ext>
            </a:extLst>
          </p:cNvPr>
          <p:cNvSpPr>
            <a:spLocks noGrp="1"/>
          </p:cNvSpPr>
          <p:nvPr/>
        </p:nvSpPr>
        <p:spPr>
          <a:xfrm>
            <a:off x="640080" y="420624"/>
            <a:ext cx="2560320" cy="365760"/>
          </a:xfrm>
          <a:prstGeom prst="roundRect">
            <a:avLst>
              <a:gd name="adj" fmla="val 20000"/>
            </a:avLst>
          </a:prstGeom>
          <a:solidFill>
            <a:srgbClr val="2C7E82"/>
          </a:solidFill>
        </p:spPr>
        <p:txBody>
          <a:bodyPr/>
          <a:lstStyle/>
          <a:p>
            <a:endParaRPr lang="ko-KR" altLang="en-US"/>
          </a:p>
        </p:txBody>
      </p:sp>
      <p:sp>
        <p:nvSpPr>
          <p:cNvPr id="3" name="Text 1">
            <a:extLst>
              <a:ext uri="{FF2B5EF4-FFF2-40B4-BE49-F238E27FC236}">
                <a16:creationId xmlns:a16="http://schemas.microsoft.com/office/drawing/2014/main" id="{46A5FBC5-3A56-4FB8-9201-224D8E4C650D}"/>
              </a:ext>
            </a:extLst>
          </p:cNvPr>
          <p:cNvSpPr>
            <a:spLocks noGrp="1"/>
          </p:cNvSpPr>
          <p:nvPr/>
        </p:nvSpPr>
        <p:spPr>
          <a:xfrm>
            <a:off x="640080" y="420624"/>
            <a:ext cx="2560320" cy="365760"/>
          </a:xfrm>
          <a:prstGeom prst="rect">
            <a:avLst/>
          </a:prstGeom>
          <a:noFill/>
        </p:spPr>
        <p:txBody>
          <a:bodyPr wrap="square" lIns="0" tIns="0" rIns="0" bIns="0" anchor="ctr">
            <a:noAutofit/>
          </a:bodyPr>
          <a:lstStyle/>
          <a:p>
            <a:pPr marL="0" indent="0" algn="ctr">
              <a:lnSpc>
                <a:spcPct val="115000"/>
              </a:lnSpc>
              <a:buNone/>
              <a:defRPr>
                <a:latin typeface="Noto Sans KR"/>
                <a:ea typeface="Noto Sans KR"/>
                <a:cs typeface="Noto Sans KR"/>
              </a:defRPr>
            </a:pPr>
            <a:r>
              <a:rPr sz="1050" b="1" spc="200">
                <a:solidFill>
                  <a:srgbClr val="FFFFFF"/>
                </a:solidFill>
                <a:latin typeface="Noto Sans KR"/>
                <a:ea typeface="Noto Sans KR"/>
                <a:cs typeface="Noto Sans KR"/>
              </a:rPr>
              <a:t>COST VIEW · 비용 관리</a:t>
            </a:r>
            <a:endParaRPr sz="1050"/>
          </a:p>
        </p:txBody>
      </p:sp>
      <p:sp>
        <p:nvSpPr>
          <p:cNvPr id="4" name="Text 2">
            <a:extLst>
              <a:ext uri="{FF2B5EF4-FFF2-40B4-BE49-F238E27FC236}">
                <a16:creationId xmlns:a16="http://schemas.microsoft.com/office/drawing/2014/main" id="{204B0B5E-9A99-48E4-A7D6-B6CC16BD60F5}"/>
              </a:ext>
            </a:extLst>
          </p:cNvPr>
          <p:cNvSpPr>
            <a:spLocks noGrp="1"/>
          </p:cNvSpPr>
          <p:nvPr/>
        </p:nvSpPr>
        <p:spPr>
          <a:xfrm>
            <a:off x="640080" y="914400"/>
            <a:ext cx="7406640" cy="685800"/>
          </a:xfrm>
          <a:prstGeom prst="rect">
            <a:avLst/>
          </a:prstGeom>
          <a:noFill/>
        </p:spPr>
        <p:txBody>
          <a:bodyPr wrap="square" lIns="0" tIns="0" rIns="0" bIns="0" anchor="t">
            <a:noAutofit/>
          </a:bodyPr>
          <a:lstStyle/>
          <a:p>
            <a:pPr marL="0" indent="0">
              <a:lnSpc>
                <a:spcPct val="115000"/>
              </a:lnSpc>
              <a:buNone/>
              <a:defRPr sz="2700" b="1">
                <a:solidFill>
                  <a:srgbClr val="172A2D"/>
                </a:solidFill>
                <a:latin typeface="Noto Sans KR"/>
                <a:ea typeface="Noto Sans KR"/>
                <a:cs typeface="Noto Sans KR"/>
              </a:defRPr>
            </a:pPr>
            <a:r>
              <a:rPr sz="2700" b="1">
                <a:solidFill>
                  <a:srgbClr val="172A2D"/>
                </a:solidFill>
                <a:latin typeface="Noto Sans KR"/>
                <a:ea typeface="Noto Sans KR"/>
                <a:cs typeface="Noto Sans KR"/>
              </a:rPr>
              <a:t>계획 인건비와 소진 추정을 구분합니다</a:t>
            </a:r>
            <a:endParaRPr sz="2500"/>
          </a:p>
        </p:txBody>
      </p:sp>
      <p:sp>
        <p:nvSpPr>
          <p:cNvPr id="5" name="Shape 3">
            <a:extLst>
              <a:ext uri="{FF2B5EF4-FFF2-40B4-BE49-F238E27FC236}">
                <a16:creationId xmlns:a16="http://schemas.microsoft.com/office/drawing/2014/main" id="{7CA92D15-4665-4B5F-B104-B453EE882CD9}"/>
              </a:ext>
            </a:extLst>
          </p:cNvPr>
          <p:cNvSpPr>
            <a:spLocks noGrp="1"/>
          </p:cNvSpPr>
          <p:nvPr/>
        </p:nvSpPr>
        <p:spPr>
          <a:xfrm>
            <a:off x="8214055" y="420624"/>
            <a:ext cx="1554480" cy="960120"/>
          </a:xfrm>
          <a:prstGeom prst="roundRect">
            <a:avLst>
              <a:gd name="adj" fmla="val 7619"/>
            </a:avLst>
          </a:prstGeom>
          <a:solidFill>
            <a:srgbClr val="EBF6F7"/>
          </a:solidFill>
          <a:ln w="12700">
            <a:solidFill>
              <a:srgbClr val="D6EEF0"/>
            </a:solidFill>
            <a:prstDash val="solid"/>
          </a:ln>
        </p:spPr>
        <p:txBody>
          <a:bodyPr/>
          <a:lstStyle/>
          <a:p>
            <a:endParaRPr lang="ko-KR" altLang="en-US"/>
          </a:p>
        </p:txBody>
      </p:sp>
      <p:sp>
        <p:nvSpPr>
          <p:cNvPr id="6" name="Text 4">
            <a:extLst>
              <a:ext uri="{FF2B5EF4-FFF2-40B4-BE49-F238E27FC236}">
                <a16:creationId xmlns:a16="http://schemas.microsoft.com/office/drawing/2014/main" id="{2F86C4A6-2A74-4175-A8ED-27F07CE96082}"/>
              </a:ext>
            </a:extLst>
          </p:cNvPr>
          <p:cNvSpPr>
            <a:spLocks noGrp="1"/>
          </p:cNvSpPr>
          <p:nvPr/>
        </p:nvSpPr>
        <p:spPr>
          <a:xfrm>
            <a:off x="8287207" y="530352"/>
            <a:ext cx="1408176" cy="411480"/>
          </a:xfrm>
          <a:prstGeom prst="rect">
            <a:avLst/>
          </a:prstGeom>
          <a:noFill/>
        </p:spPr>
        <p:txBody>
          <a:bodyPr wrap="square" lIns="0" tIns="0" rIns="0" bIns="0" anchor="ctr">
            <a:noAutofit/>
          </a:bodyPr>
          <a:lstStyle/>
          <a:p>
            <a:pPr marL="0" indent="0" algn="ctr">
              <a:lnSpc>
                <a:spcPct val="115000"/>
              </a:lnSpc>
              <a:buNone/>
              <a:defRPr sz="2100" b="1">
                <a:solidFill>
                  <a:srgbClr val="247C85"/>
                </a:solidFill>
                <a:latin typeface="Noto Sans KR"/>
                <a:ea typeface="Noto Sans KR"/>
                <a:cs typeface="Noto Sans KR"/>
              </a:defRPr>
            </a:pPr>
            <a:r>
              <a:rPr sz="2100" b="1">
                <a:solidFill>
                  <a:srgbClr val="247C85"/>
                </a:solidFill>
                <a:latin typeface="Noto Sans KR"/>
                <a:ea typeface="Noto Sans KR"/>
                <a:cs typeface="Noto Sans KR"/>
              </a:rPr>
              <a:t>계획</a:t>
            </a:r>
            <a:endParaRPr sz="1600"/>
          </a:p>
        </p:txBody>
      </p:sp>
      <p:sp>
        <p:nvSpPr>
          <p:cNvPr id="7" name="Text 5">
            <a:extLst>
              <a:ext uri="{FF2B5EF4-FFF2-40B4-BE49-F238E27FC236}">
                <a16:creationId xmlns:a16="http://schemas.microsoft.com/office/drawing/2014/main" id="{72DA5872-F85E-42A2-AB54-3D3EA1286BBE}"/>
              </a:ext>
            </a:extLst>
          </p:cNvPr>
          <p:cNvSpPr>
            <a:spLocks noGrp="1"/>
          </p:cNvSpPr>
          <p:nvPr/>
        </p:nvSpPr>
        <p:spPr>
          <a:xfrm>
            <a:off x="8287207" y="969264"/>
            <a:ext cx="1408176" cy="320040"/>
          </a:xfrm>
          <a:prstGeom prst="rect">
            <a:avLst/>
          </a:prstGeom>
          <a:noFill/>
        </p:spPr>
        <p:txBody>
          <a:bodyPr wrap="square" lIns="0" tIns="0" rIns="0" bIns="0" anchor="t">
            <a:noAutofit/>
          </a:bodyPr>
          <a:lstStyle/>
          <a:p>
            <a:pPr marL="0" indent="0" algn="ctr">
              <a:lnSpc>
                <a:spcPct val="115000"/>
              </a:lnSpc>
              <a:buNone/>
              <a:defRPr>
                <a:latin typeface="Noto Sans KR"/>
                <a:ea typeface="Noto Sans KR"/>
                <a:cs typeface="Noto Sans KR"/>
              </a:defRPr>
            </a:pPr>
            <a:r>
              <a:rPr sz="850">
                <a:solidFill>
                  <a:srgbClr val="5B6A6C"/>
                </a:solidFill>
                <a:latin typeface="Noto Sans KR"/>
                <a:ea typeface="Noto Sans KR"/>
                <a:cs typeface="Noto Sans KR"/>
              </a:rPr>
              <a:t>유효 투입급여</a:t>
            </a:r>
            <a:endParaRPr sz="850"/>
          </a:p>
        </p:txBody>
      </p:sp>
      <p:sp>
        <p:nvSpPr>
          <p:cNvPr id="8" name="Shape 6">
            <a:extLst>
              <a:ext uri="{FF2B5EF4-FFF2-40B4-BE49-F238E27FC236}">
                <a16:creationId xmlns:a16="http://schemas.microsoft.com/office/drawing/2014/main" id="{B0E45903-D5E0-4EBC-AADA-E6D4BE000571}"/>
              </a:ext>
            </a:extLst>
          </p:cNvPr>
          <p:cNvSpPr>
            <a:spLocks noGrp="1"/>
          </p:cNvSpPr>
          <p:nvPr/>
        </p:nvSpPr>
        <p:spPr>
          <a:xfrm>
            <a:off x="9997135" y="420624"/>
            <a:ext cx="1554480" cy="960120"/>
          </a:xfrm>
          <a:prstGeom prst="roundRect">
            <a:avLst>
              <a:gd name="adj" fmla="val 7619"/>
            </a:avLst>
          </a:prstGeom>
          <a:solidFill>
            <a:srgbClr val="EBF6F7"/>
          </a:solidFill>
          <a:ln w="12700">
            <a:solidFill>
              <a:srgbClr val="D6EEF0"/>
            </a:solidFill>
            <a:prstDash val="solid"/>
          </a:ln>
        </p:spPr>
        <p:txBody>
          <a:bodyPr/>
          <a:lstStyle/>
          <a:p>
            <a:endParaRPr lang="ko-KR" altLang="en-US"/>
          </a:p>
        </p:txBody>
      </p:sp>
      <p:sp>
        <p:nvSpPr>
          <p:cNvPr id="9" name="Text 7">
            <a:extLst>
              <a:ext uri="{FF2B5EF4-FFF2-40B4-BE49-F238E27FC236}">
                <a16:creationId xmlns:a16="http://schemas.microsoft.com/office/drawing/2014/main" id="{12903D86-614A-4367-959E-96212F1E96A2}"/>
              </a:ext>
            </a:extLst>
          </p:cNvPr>
          <p:cNvSpPr>
            <a:spLocks noGrp="1"/>
          </p:cNvSpPr>
          <p:nvPr/>
        </p:nvSpPr>
        <p:spPr>
          <a:xfrm>
            <a:off x="10070287" y="530352"/>
            <a:ext cx="1408176" cy="411480"/>
          </a:xfrm>
          <a:prstGeom prst="rect">
            <a:avLst/>
          </a:prstGeom>
          <a:noFill/>
        </p:spPr>
        <p:txBody>
          <a:bodyPr wrap="square" lIns="0" tIns="0" rIns="0" bIns="0" anchor="ctr">
            <a:noAutofit/>
          </a:bodyPr>
          <a:lstStyle/>
          <a:p>
            <a:pPr marL="0" indent="0" algn="ctr">
              <a:lnSpc>
                <a:spcPct val="115000"/>
              </a:lnSpc>
              <a:buNone/>
              <a:defRPr sz="2100" b="1">
                <a:solidFill>
                  <a:srgbClr val="247C85"/>
                </a:solidFill>
                <a:latin typeface="Noto Sans KR"/>
                <a:ea typeface="Noto Sans KR"/>
                <a:cs typeface="Noto Sans KR"/>
              </a:defRPr>
            </a:pPr>
            <a:r>
              <a:rPr sz="2100" b="1">
                <a:solidFill>
                  <a:srgbClr val="247C85"/>
                </a:solidFill>
                <a:latin typeface="Noto Sans KR"/>
                <a:ea typeface="Noto Sans KR"/>
                <a:cs typeface="Noto Sans KR"/>
              </a:rPr>
              <a:t>AC</a:t>
            </a:r>
            <a:endParaRPr sz="1600"/>
          </a:p>
        </p:txBody>
      </p:sp>
      <p:sp>
        <p:nvSpPr>
          <p:cNvPr id="10" name="Text 8">
            <a:extLst>
              <a:ext uri="{FF2B5EF4-FFF2-40B4-BE49-F238E27FC236}">
                <a16:creationId xmlns:a16="http://schemas.microsoft.com/office/drawing/2014/main" id="{99053456-1F57-48FA-B1D8-828FAB7A3DA4}"/>
              </a:ext>
            </a:extLst>
          </p:cNvPr>
          <p:cNvSpPr>
            <a:spLocks noGrp="1"/>
          </p:cNvSpPr>
          <p:nvPr/>
        </p:nvSpPr>
        <p:spPr>
          <a:xfrm>
            <a:off x="10070287" y="969264"/>
            <a:ext cx="1408176" cy="320040"/>
          </a:xfrm>
          <a:prstGeom prst="rect">
            <a:avLst/>
          </a:prstGeom>
          <a:noFill/>
        </p:spPr>
        <p:txBody>
          <a:bodyPr wrap="square" lIns="0" tIns="0" rIns="0" bIns="0" anchor="t">
            <a:noAutofit/>
          </a:bodyPr>
          <a:lstStyle/>
          <a:p>
            <a:pPr marL="0" indent="0" algn="ctr">
              <a:lnSpc>
                <a:spcPct val="115000"/>
              </a:lnSpc>
              <a:buNone/>
              <a:defRPr>
                <a:latin typeface="Noto Sans KR"/>
                <a:ea typeface="Noto Sans KR"/>
                <a:cs typeface="Noto Sans KR"/>
              </a:defRPr>
            </a:pPr>
            <a:r>
              <a:rPr sz="850">
                <a:solidFill>
                  <a:srgbClr val="5B6A6C"/>
                </a:solidFill>
                <a:latin typeface="Noto Sans KR"/>
                <a:ea typeface="Noto Sans KR"/>
                <a:cs typeface="Noto Sans KR"/>
              </a:rPr>
              <a:t>일정 기준 추정</a:t>
            </a:r>
            <a:endParaRPr sz="850"/>
          </a:p>
        </p:txBody>
      </p:sp>
      <p:sp>
        <p:nvSpPr>
          <p:cNvPr id="11" name="Text 9">
            <a:extLst>
              <a:ext uri="{FF2B5EF4-FFF2-40B4-BE49-F238E27FC236}">
                <a16:creationId xmlns:a16="http://schemas.microsoft.com/office/drawing/2014/main" id="{19792C04-76E5-48CA-B3F8-9535D9469E7B}"/>
              </a:ext>
            </a:extLst>
          </p:cNvPr>
          <p:cNvSpPr>
            <a:spLocks noGrp="1"/>
          </p:cNvSpPr>
          <p:nvPr/>
        </p:nvSpPr>
        <p:spPr>
          <a:xfrm>
            <a:off x="640080" y="1572768"/>
            <a:ext cx="7680960" cy="502920"/>
          </a:xfrm>
          <a:prstGeom prst="rect">
            <a:avLst/>
          </a:prstGeom>
          <a:noFill/>
        </p:spPr>
        <p:txBody>
          <a:bodyPr wrap="square" lIns="0" tIns="0" rIns="0" bIns="0" anchor="ctr">
            <a:noAutofit/>
          </a:bodyPr>
          <a:lstStyle/>
          <a:p>
            <a:pPr marL="0" indent="0">
              <a:lnSpc>
                <a:spcPct val="115000"/>
              </a:lnSpc>
              <a:buNone/>
              <a:defRPr sz="1650">
                <a:latin typeface="Noto Sans KR"/>
                <a:ea typeface="Noto Sans KR"/>
                <a:cs typeface="Noto Sans KR"/>
              </a:defRPr>
            </a:pPr>
            <a:r>
              <a:rPr sz="1650">
                <a:solidFill>
                  <a:srgbClr val="5B6A6C"/>
                </a:solidFill>
                <a:latin typeface="Noto Sans KR"/>
                <a:ea typeface="Noto Sans KR"/>
                <a:cs typeface="Noto Sans KR"/>
              </a:rPr>
              <a:t>“계획 인건비와 소진 추정은 어떻게 되는가?”</a:t>
            </a:r>
            <a:endParaRPr sz="1150"/>
          </a:p>
        </p:txBody>
      </p:sp>
      <p:sp>
        <p:nvSpPr>
          <p:cNvPr id="12" name="Shape 10">
            <a:extLst>
              <a:ext uri="{FF2B5EF4-FFF2-40B4-BE49-F238E27FC236}">
                <a16:creationId xmlns:a16="http://schemas.microsoft.com/office/drawing/2014/main" id="{D85679E3-F99B-49E7-A742-368A76AF9197}"/>
              </a:ext>
            </a:extLst>
          </p:cNvPr>
          <p:cNvSpPr>
            <a:spLocks noGrp="1"/>
          </p:cNvSpPr>
          <p:nvPr/>
        </p:nvSpPr>
        <p:spPr>
          <a:xfrm>
            <a:off x="640080" y="2212848"/>
            <a:ext cx="6903720" cy="3931920"/>
          </a:xfrm>
          <a:prstGeom prst="roundRect">
            <a:avLst>
              <a:gd name="adj" fmla="val 1860"/>
            </a:avLst>
          </a:prstGeom>
          <a:solidFill>
            <a:srgbClr val="F7FBFC"/>
          </a:solidFill>
          <a:ln w="15875">
            <a:solidFill>
              <a:srgbClr val="DCE8E9"/>
            </a:solidFill>
            <a:prstDash val="solid"/>
          </a:ln>
          <a:effectLst>
            <a:outerShdw blurRad="114300" dist="38100" dir="5400000" algn="bl" rotWithShape="0">
              <a:srgbClr val="9FC4C6">
                <a:alpha val="28000"/>
              </a:srgbClr>
            </a:outerShdw>
          </a:effectLst>
        </p:spPr>
        <p:txBody>
          <a:bodyPr/>
          <a:lstStyle/>
          <a:p>
            <a:endParaRPr lang="ko-KR" altLang="en-US"/>
          </a:p>
        </p:txBody>
      </p:sp>
      <p:sp>
        <p:nvSpPr>
          <p:cNvPr id="14" name="Text 11">
            <a:extLst>
              <a:ext uri="{FF2B5EF4-FFF2-40B4-BE49-F238E27FC236}">
                <a16:creationId xmlns:a16="http://schemas.microsoft.com/office/drawing/2014/main" id="{7AF79C0E-328A-4CFA-8914-933C5C460214}"/>
              </a:ext>
            </a:extLst>
          </p:cNvPr>
          <p:cNvSpPr>
            <a:spLocks noGrp="1"/>
          </p:cNvSpPr>
          <p:nvPr/>
        </p:nvSpPr>
        <p:spPr>
          <a:xfrm>
            <a:off x="822960" y="5760720"/>
            <a:ext cx="6537960" cy="292608"/>
          </a:xfrm>
          <a:prstGeom prst="rect">
            <a:avLst/>
          </a:prstGeom>
          <a:noFill/>
        </p:spPr>
        <p:txBody>
          <a:bodyPr wrap="square" lIns="0" tIns="0" rIns="0" bIns="0" anchor="ctr">
            <a:noAutofit/>
          </a:bodyPr>
          <a:lstStyle/>
          <a:p>
            <a:pPr marL="0" indent="0">
              <a:lnSpc>
                <a:spcPct val="115000"/>
              </a:lnSpc>
              <a:buNone/>
              <a:defRPr sz="1200">
                <a:solidFill>
                  <a:srgbClr val="5B6A6C"/>
                </a:solidFill>
                <a:latin typeface="Noto Sans KR"/>
                <a:ea typeface="Noto Sans KR"/>
                <a:cs typeface="Noto Sans KR"/>
              </a:defRPr>
            </a:pPr>
            <a:r>
              <a:rPr sz="1200" b="1">
                <a:solidFill>
                  <a:srgbClr val="5B6A6C"/>
                </a:solidFill>
                <a:latin typeface="Noto Sans KR"/>
                <a:ea typeface="Noto Sans KR"/>
                <a:cs typeface="Noto Sans KR"/>
              </a:rPr>
              <a:t>제품 화면 삽입 예정 · 비용 분석 · 계획 인건비·AC·이슈별 배분</a:t>
            </a:r>
            <a:endParaRPr sz="850"/>
          </a:p>
        </p:txBody>
      </p:sp>
      <p:sp>
        <p:nvSpPr>
          <p:cNvPr id="15" name="Text 12">
            <a:extLst>
              <a:ext uri="{FF2B5EF4-FFF2-40B4-BE49-F238E27FC236}">
                <a16:creationId xmlns:a16="http://schemas.microsoft.com/office/drawing/2014/main" id="{9C6C3AE1-7E88-4F8C-857F-C85E2F83A0DA}"/>
              </a:ext>
            </a:extLst>
          </p:cNvPr>
          <p:cNvSpPr>
            <a:spLocks noGrp="1"/>
          </p:cNvSpPr>
          <p:nvPr/>
        </p:nvSpPr>
        <p:spPr>
          <a:xfrm>
            <a:off x="8001000" y="2212848"/>
            <a:ext cx="3550615" cy="685800"/>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1700" b="1">
                <a:solidFill>
                  <a:srgbClr val="17282B"/>
                </a:solidFill>
                <a:latin typeface="Noto Sans KR"/>
                <a:ea typeface="Noto Sans KR"/>
                <a:cs typeface="Noto Sans KR"/>
              </a:rPr>
              <a:t>확인에서 판단으로</a:t>
            </a:r>
            <a:endParaRPr sz="1700"/>
          </a:p>
        </p:txBody>
      </p:sp>
      <p:sp>
        <p:nvSpPr>
          <p:cNvPr id="16" name="Shape 13">
            <a:extLst>
              <a:ext uri="{FF2B5EF4-FFF2-40B4-BE49-F238E27FC236}">
                <a16:creationId xmlns:a16="http://schemas.microsoft.com/office/drawing/2014/main" id="{2D1D706F-548C-43EA-8F76-70C4E2D9C618}"/>
              </a:ext>
            </a:extLst>
          </p:cNvPr>
          <p:cNvSpPr>
            <a:spLocks noGrp="1"/>
          </p:cNvSpPr>
          <p:nvPr/>
        </p:nvSpPr>
        <p:spPr>
          <a:xfrm>
            <a:off x="8001000" y="2944368"/>
            <a:ext cx="365760" cy="365760"/>
          </a:xfrm>
          <a:prstGeom prst="ellipse">
            <a:avLst/>
          </a:prstGeom>
          <a:solidFill>
            <a:srgbClr val="D6EEF0"/>
          </a:solidFill>
        </p:spPr>
        <p:txBody>
          <a:bodyPr/>
          <a:lstStyle/>
          <a:p>
            <a:endParaRPr lang="ko-KR" altLang="en-US"/>
          </a:p>
        </p:txBody>
      </p:sp>
      <p:sp>
        <p:nvSpPr>
          <p:cNvPr id="17" name="Text 14">
            <a:extLst>
              <a:ext uri="{FF2B5EF4-FFF2-40B4-BE49-F238E27FC236}">
                <a16:creationId xmlns:a16="http://schemas.microsoft.com/office/drawing/2014/main" id="{E6351DEE-2565-4D5C-830F-EC3AE794520F}"/>
              </a:ext>
            </a:extLst>
          </p:cNvPr>
          <p:cNvSpPr>
            <a:spLocks noGrp="1"/>
          </p:cNvSpPr>
          <p:nvPr/>
        </p:nvSpPr>
        <p:spPr>
          <a:xfrm>
            <a:off x="8001000" y="2944368"/>
            <a:ext cx="365760" cy="365760"/>
          </a:xfrm>
          <a:prstGeom prst="rect">
            <a:avLst/>
          </a:prstGeom>
          <a:noFill/>
        </p:spPr>
        <p:txBody>
          <a:bodyPr wrap="square" lIns="0" tIns="0" rIns="0" bIns="0" anchor="ctr"/>
          <a:lstStyle/>
          <a:p>
            <a:pPr marL="0" indent="0" algn="ctr">
              <a:lnSpc>
                <a:spcPct val="115000"/>
              </a:lnSpc>
              <a:buNone/>
            </a:pPr>
            <a:r>
              <a:rPr sz="1250" b="1">
                <a:solidFill>
                  <a:srgbClr val="2C7E82"/>
                </a:solidFill>
                <a:latin typeface="Noto Sans KR"/>
                <a:ea typeface="Noto Sans KR"/>
                <a:cs typeface="Noto Sans KR"/>
              </a:rPr>
              <a:t>1</a:t>
            </a:r>
            <a:endParaRPr sz="1250"/>
          </a:p>
        </p:txBody>
      </p:sp>
      <p:sp>
        <p:nvSpPr>
          <p:cNvPr id="18" name="Text 15">
            <a:extLst>
              <a:ext uri="{FF2B5EF4-FFF2-40B4-BE49-F238E27FC236}">
                <a16:creationId xmlns:a16="http://schemas.microsoft.com/office/drawing/2014/main" id="{FF20046C-2F5E-4792-8D8A-15E104EA8A1C}"/>
              </a:ext>
            </a:extLst>
          </p:cNvPr>
          <p:cNvSpPr>
            <a:spLocks noGrp="1"/>
          </p:cNvSpPr>
          <p:nvPr/>
        </p:nvSpPr>
        <p:spPr>
          <a:xfrm>
            <a:off x="8513064" y="2898648"/>
            <a:ext cx="3038551" cy="274320"/>
          </a:xfrm>
          <a:prstGeom prst="rect">
            <a:avLst/>
          </a:prstGeom>
          <a:noFill/>
        </p:spPr>
        <p:txBody>
          <a:bodyPr wrap="square" lIns="0" tIns="0" rIns="0" bIns="0" anchor="ctr">
            <a:noAutofit/>
          </a:bodyPr>
          <a:lstStyle/>
          <a:p>
            <a:pPr marL="0" indent="0">
              <a:lnSpc>
                <a:spcPct val="115000"/>
              </a:lnSpc>
              <a:buNone/>
              <a:defRPr sz="1725" b="1">
                <a:solidFill>
                  <a:srgbClr val="172A2D"/>
                </a:solidFill>
                <a:latin typeface="Noto Sans KR"/>
                <a:ea typeface="Noto Sans KR"/>
                <a:cs typeface="Noto Sans KR"/>
              </a:defRPr>
            </a:pPr>
            <a:r>
              <a:rPr sz="1725" b="1">
                <a:solidFill>
                  <a:srgbClr val="172A2D"/>
                </a:solidFill>
                <a:latin typeface="Noto Sans KR"/>
                <a:ea typeface="Noto Sans KR"/>
                <a:cs typeface="Noto Sans KR"/>
              </a:rPr>
              <a:t>계획 인건비</a:t>
            </a:r>
            <a:endParaRPr sz="1200"/>
          </a:p>
        </p:txBody>
      </p:sp>
      <p:sp>
        <p:nvSpPr>
          <p:cNvPr id="19" name="Text 16">
            <a:extLst>
              <a:ext uri="{FF2B5EF4-FFF2-40B4-BE49-F238E27FC236}">
                <a16:creationId xmlns:a16="http://schemas.microsoft.com/office/drawing/2014/main" id="{AB2FBB3C-758B-4ECC-86C2-27F21D8273C4}"/>
              </a:ext>
            </a:extLst>
          </p:cNvPr>
          <p:cNvSpPr>
            <a:spLocks noGrp="1"/>
          </p:cNvSpPr>
          <p:nvPr/>
        </p:nvSpPr>
        <p:spPr>
          <a:xfrm>
            <a:off x="8513064" y="3154680"/>
            <a:ext cx="3038551" cy="502920"/>
          </a:xfrm>
          <a:prstGeom prst="rect">
            <a:avLst/>
          </a:prstGeom>
          <a:noFill/>
        </p:spPr>
        <p:txBody>
          <a:bodyPr wrap="square" lIns="0" tIns="0" rIns="0" bIns="0" anchor="t">
            <a:noAutofit/>
          </a:bodyPr>
          <a:lstStyle/>
          <a:p>
            <a:pPr marL="0" indent="0">
              <a:lnSpc>
                <a:spcPct val="115000"/>
              </a:lnSpc>
              <a:buNone/>
              <a:defRPr sz="1500">
                <a:solidFill>
                  <a:srgbClr val="5B6A6C"/>
                </a:solidFill>
                <a:latin typeface="Noto Sans KR"/>
                <a:ea typeface="Noto Sans KR"/>
                <a:cs typeface="Noto Sans KR"/>
              </a:defRPr>
            </a:pPr>
            <a:r>
              <a:rPr sz="1500">
                <a:solidFill>
                  <a:srgbClr val="5B6A6C"/>
                </a:solidFill>
                <a:latin typeface="Noto Sans KR"/>
                <a:ea typeface="Noto Sans KR"/>
                <a:cs typeface="Noto Sans KR"/>
              </a:rPr>
              <a:t>급여 정책의 유효 투입급여 합산</a:t>
            </a:r>
            <a:endParaRPr sz="1000"/>
          </a:p>
        </p:txBody>
      </p:sp>
      <p:sp>
        <p:nvSpPr>
          <p:cNvPr id="20" name="Shape 17">
            <a:extLst>
              <a:ext uri="{FF2B5EF4-FFF2-40B4-BE49-F238E27FC236}">
                <a16:creationId xmlns:a16="http://schemas.microsoft.com/office/drawing/2014/main" id="{C30821DE-A2D2-4477-B204-64731AEA1D72}"/>
              </a:ext>
            </a:extLst>
          </p:cNvPr>
          <p:cNvSpPr>
            <a:spLocks noGrp="1"/>
          </p:cNvSpPr>
          <p:nvPr/>
        </p:nvSpPr>
        <p:spPr>
          <a:xfrm>
            <a:off x="8001000" y="3712464"/>
            <a:ext cx="365760" cy="365760"/>
          </a:xfrm>
          <a:prstGeom prst="ellipse">
            <a:avLst/>
          </a:prstGeom>
          <a:solidFill>
            <a:srgbClr val="D6EEF0"/>
          </a:solidFill>
        </p:spPr>
        <p:txBody>
          <a:bodyPr/>
          <a:lstStyle/>
          <a:p>
            <a:endParaRPr lang="ko-KR" altLang="en-US"/>
          </a:p>
        </p:txBody>
      </p:sp>
      <p:sp>
        <p:nvSpPr>
          <p:cNvPr id="21" name="Text 18">
            <a:extLst>
              <a:ext uri="{FF2B5EF4-FFF2-40B4-BE49-F238E27FC236}">
                <a16:creationId xmlns:a16="http://schemas.microsoft.com/office/drawing/2014/main" id="{365FBC80-7B23-4AC1-9106-C5518F1F8734}"/>
              </a:ext>
            </a:extLst>
          </p:cNvPr>
          <p:cNvSpPr>
            <a:spLocks noGrp="1"/>
          </p:cNvSpPr>
          <p:nvPr/>
        </p:nvSpPr>
        <p:spPr>
          <a:xfrm>
            <a:off x="8001000" y="3712464"/>
            <a:ext cx="365760" cy="365760"/>
          </a:xfrm>
          <a:prstGeom prst="rect">
            <a:avLst/>
          </a:prstGeom>
          <a:noFill/>
        </p:spPr>
        <p:txBody>
          <a:bodyPr wrap="square" lIns="0" tIns="0" rIns="0" bIns="0" anchor="ctr"/>
          <a:lstStyle/>
          <a:p>
            <a:pPr marL="0" indent="0" algn="ctr">
              <a:lnSpc>
                <a:spcPct val="115000"/>
              </a:lnSpc>
              <a:buNone/>
            </a:pPr>
            <a:r>
              <a:rPr sz="1250" b="1">
                <a:solidFill>
                  <a:srgbClr val="2C7E82"/>
                </a:solidFill>
                <a:latin typeface="Noto Sans KR"/>
                <a:ea typeface="Noto Sans KR"/>
                <a:cs typeface="Noto Sans KR"/>
              </a:rPr>
              <a:t>2</a:t>
            </a:r>
            <a:endParaRPr sz="1250"/>
          </a:p>
        </p:txBody>
      </p:sp>
      <p:sp>
        <p:nvSpPr>
          <p:cNvPr id="22" name="Text 19">
            <a:extLst>
              <a:ext uri="{FF2B5EF4-FFF2-40B4-BE49-F238E27FC236}">
                <a16:creationId xmlns:a16="http://schemas.microsoft.com/office/drawing/2014/main" id="{1F9CC2D2-F7BA-40B4-A08E-FAE3F3E267ED}"/>
              </a:ext>
            </a:extLst>
          </p:cNvPr>
          <p:cNvSpPr>
            <a:spLocks noGrp="1"/>
          </p:cNvSpPr>
          <p:nvPr/>
        </p:nvSpPr>
        <p:spPr>
          <a:xfrm>
            <a:off x="8513064" y="3666744"/>
            <a:ext cx="3038551" cy="274320"/>
          </a:xfrm>
          <a:prstGeom prst="rect">
            <a:avLst/>
          </a:prstGeom>
          <a:noFill/>
        </p:spPr>
        <p:txBody>
          <a:bodyPr wrap="square" lIns="0" tIns="0" rIns="0" bIns="0" anchor="ctr">
            <a:noAutofit/>
          </a:bodyPr>
          <a:lstStyle/>
          <a:p>
            <a:pPr marL="0" indent="0">
              <a:lnSpc>
                <a:spcPct val="115000"/>
              </a:lnSpc>
              <a:buNone/>
              <a:defRPr sz="1725" b="1">
                <a:solidFill>
                  <a:srgbClr val="172A2D"/>
                </a:solidFill>
                <a:latin typeface="Noto Sans KR"/>
                <a:ea typeface="Noto Sans KR"/>
                <a:cs typeface="Noto Sans KR"/>
              </a:defRPr>
            </a:pPr>
            <a:r>
              <a:rPr sz="1725" b="1">
                <a:solidFill>
                  <a:srgbClr val="172A2D"/>
                </a:solidFill>
                <a:latin typeface="Noto Sans KR"/>
                <a:ea typeface="Noto Sans KR"/>
                <a:cs typeface="Noto Sans KR"/>
              </a:rPr>
              <a:t>소진 비용(AC)</a:t>
            </a:r>
            <a:endParaRPr sz="1200"/>
          </a:p>
        </p:txBody>
      </p:sp>
      <p:sp>
        <p:nvSpPr>
          <p:cNvPr id="23" name="Text 20">
            <a:extLst>
              <a:ext uri="{FF2B5EF4-FFF2-40B4-BE49-F238E27FC236}">
                <a16:creationId xmlns:a16="http://schemas.microsoft.com/office/drawing/2014/main" id="{280DC71B-6C62-429E-B960-DC8F096DE7EE}"/>
              </a:ext>
            </a:extLst>
          </p:cNvPr>
          <p:cNvSpPr>
            <a:spLocks noGrp="1"/>
          </p:cNvSpPr>
          <p:nvPr/>
        </p:nvSpPr>
        <p:spPr>
          <a:xfrm>
            <a:off x="8513064" y="3922776"/>
            <a:ext cx="3038551" cy="502920"/>
          </a:xfrm>
          <a:prstGeom prst="rect">
            <a:avLst/>
          </a:prstGeom>
          <a:noFill/>
        </p:spPr>
        <p:txBody>
          <a:bodyPr wrap="square" lIns="0" tIns="0" rIns="0" bIns="0" anchor="t">
            <a:noAutofit/>
          </a:bodyPr>
          <a:lstStyle/>
          <a:p>
            <a:pPr marL="0" indent="0">
              <a:lnSpc>
                <a:spcPct val="115000"/>
              </a:lnSpc>
              <a:buNone/>
              <a:defRPr sz="1500">
                <a:solidFill>
                  <a:srgbClr val="5B6A6C"/>
                </a:solidFill>
                <a:latin typeface="Noto Sans KR"/>
                <a:ea typeface="Noto Sans KR"/>
                <a:cs typeface="Noto Sans KR"/>
              </a:defRPr>
            </a:pPr>
            <a:r>
              <a:rPr sz="1500">
                <a:solidFill>
                  <a:srgbClr val="5B6A6C"/>
                </a:solidFill>
                <a:latin typeface="Noto Sans KR"/>
                <a:ea typeface="Noto Sans KR"/>
                <a:cs typeface="Noto Sans KR"/>
              </a:rPr>
              <a:t>계획 인건비 × 일정 진척률</a:t>
            </a:r>
            <a:endParaRPr sz="1000"/>
          </a:p>
        </p:txBody>
      </p:sp>
      <p:sp>
        <p:nvSpPr>
          <p:cNvPr id="24" name="Shape 21">
            <a:extLst>
              <a:ext uri="{FF2B5EF4-FFF2-40B4-BE49-F238E27FC236}">
                <a16:creationId xmlns:a16="http://schemas.microsoft.com/office/drawing/2014/main" id="{FFDC6995-7767-4DF2-B15B-397A70A1D127}"/>
              </a:ext>
            </a:extLst>
          </p:cNvPr>
          <p:cNvSpPr>
            <a:spLocks noGrp="1"/>
          </p:cNvSpPr>
          <p:nvPr/>
        </p:nvSpPr>
        <p:spPr>
          <a:xfrm>
            <a:off x="8001000" y="4480560"/>
            <a:ext cx="365760" cy="365760"/>
          </a:xfrm>
          <a:prstGeom prst="ellipse">
            <a:avLst/>
          </a:prstGeom>
          <a:solidFill>
            <a:srgbClr val="D6EEF0"/>
          </a:solidFill>
        </p:spPr>
        <p:txBody>
          <a:bodyPr/>
          <a:lstStyle/>
          <a:p>
            <a:endParaRPr lang="ko-KR" altLang="en-US"/>
          </a:p>
        </p:txBody>
      </p:sp>
      <p:sp>
        <p:nvSpPr>
          <p:cNvPr id="25" name="Text 22">
            <a:extLst>
              <a:ext uri="{FF2B5EF4-FFF2-40B4-BE49-F238E27FC236}">
                <a16:creationId xmlns:a16="http://schemas.microsoft.com/office/drawing/2014/main" id="{DD05E820-296E-4F31-A833-419E281A765F}"/>
              </a:ext>
            </a:extLst>
          </p:cNvPr>
          <p:cNvSpPr>
            <a:spLocks noGrp="1"/>
          </p:cNvSpPr>
          <p:nvPr/>
        </p:nvSpPr>
        <p:spPr>
          <a:xfrm>
            <a:off x="8001000" y="4480560"/>
            <a:ext cx="365760" cy="365760"/>
          </a:xfrm>
          <a:prstGeom prst="rect">
            <a:avLst/>
          </a:prstGeom>
          <a:noFill/>
        </p:spPr>
        <p:txBody>
          <a:bodyPr wrap="square" lIns="0" tIns="0" rIns="0" bIns="0" anchor="ctr"/>
          <a:lstStyle/>
          <a:p>
            <a:pPr marL="0" indent="0" algn="ctr">
              <a:lnSpc>
                <a:spcPct val="115000"/>
              </a:lnSpc>
              <a:buNone/>
            </a:pPr>
            <a:r>
              <a:rPr sz="1250" b="1">
                <a:solidFill>
                  <a:srgbClr val="2C7E82"/>
                </a:solidFill>
                <a:latin typeface="Noto Sans KR"/>
                <a:ea typeface="Noto Sans KR"/>
                <a:cs typeface="Noto Sans KR"/>
              </a:rPr>
              <a:t>3</a:t>
            </a:r>
            <a:endParaRPr sz="1250"/>
          </a:p>
        </p:txBody>
      </p:sp>
      <p:sp>
        <p:nvSpPr>
          <p:cNvPr id="26" name="Text 23">
            <a:extLst>
              <a:ext uri="{FF2B5EF4-FFF2-40B4-BE49-F238E27FC236}">
                <a16:creationId xmlns:a16="http://schemas.microsoft.com/office/drawing/2014/main" id="{49A1D02E-14BA-4ABD-B5A0-F73BF6E44E1B}"/>
              </a:ext>
            </a:extLst>
          </p:cNvPr>
          <p:cNvSpPr>
            <a:spLocks noGrp="1"/>
          </p:cNvSpPr>
          <p:nvPr/>
        </p:nvSpPr>
        <p:spPr>
          <a:xfrm>
            <a:off x="8513064" y="4434840"/>
            <a:ext cx="3038551" cy="274320"/>
          </a:xfrm>
          <a:prstGeom prst="rect">
            <a:avLst/>
          </a:prstGeom>
          <a:noFill/>
        </p:spPr>
        <p:txBody>
          <a:bodyPr wrap="square" lIns="0" tIns="0" rIns="0" bIns="0" anchor="ctr">
            <a:noAutofit/>
          </a:bodyPr>
          <a:lstStyle/>
          <a:p>
            <a:pPr marL="0" indent="0">
              <a:lnSpc>
                <a:spcPct val="115000"/>
              </a:lnSpc>
              <a:buNone/>
              <a:defRPr sz="1725" b="1">
                <a:solidFill>
                  <a:srgbClr val="172A2D"/>
                </a:solidFill>
                <a:latin typeface="Noto Sans KR"/>
                <a:ea typeface="Noto Sans KR"/>
                <a:cs typeface="Noto Sans KR"/>
              </a:defRPr>
            </a:pPr>
            <a:r>
              <a:rPr sz="1725" b="1">
                <a:solidFill>
                  <a:srgbClr val="172A2D"/>
                </a:solidFill>
                <a:latin typeface="Noto Sans KR"/>
                <a:ea typeface="Noto Sans KR"/>
                <a:cs typeface="Noto Sans KR"/>
              </a:rPr>
              <a:t>이슈별 비용</a:t>
            </a:r>
            <a:endParaRPr sz="1200"/>
          </a:p>
        </p:txBody>
      </p:sp>
      <p:sp>
        <p:nvSpPr>
          <p:cNvPr id="27" name="Text 24">
            <a:extLst>
              <a:ext uri="{FF2B5EF4-FFF2-40B4-BE49-F238E27FC236}">
                <a16:creationId xmlns:a16="http://schemas.microsoft.com/office/drawing/2014/main" id="{BC2B00AE-4869-4ED6-9B32-FE448AC1D923}"/>
              </a:ext>
            </a:extLst>
          </p:cNvPr>
          <p:cNvSpPr>
            <a:spLocks noGrp="1"/>
          </p:cNvSpPr>
          <p:nvPr/>
        </p:nvSpPr>
        <p:spPr>
          <a:xfrm>
            <a:off x="8513064" y="4690872"/>
            <a:ext cx="3038551" cy="502920"/>
          </a:xfrm>
          <a:prstGeom prst="rect">
            <a:avLst/>
          </a:prstGeom>
          <a:noFill/>
        </p:spPr>
        <p:txBody>
          <a:bodyPr wrap="square" lIns="0" tIns="0" rIns="0" bIns="0" anchor="t">
            <a:noAutofit/>
          </a:bodyPr>
          <a:lstStyle/>
          <a:p>
            <a:pPr marL="0" indent="0">
              <a:lnSpc>
                <a:spcPct val="115000"/>
              </a:lnSpc>
              <a:buNone/>
              <a:defRPr sz="1500">
                <a:solidFill>
                  <a:srgbClr val="5B6A6C"/>
                </a:solidFill>
                <a:latin typeface="Noto Sans KR"/>
                <a:ea typeface="Noto Sans KR"/>
                <a:cs typeface="Noto Sans KR"/>
              </a:defRPr>
            </a:pPr>
            <a:r>
              <a:rPr sz="1500">
                <a:solidFill>
                  <a:srgbClr val="5B6A6C"/>
                </a:solidFill>
                <a:latin typeface="Noto Sans KR"/>
                <a:ea typeface="Noto Sans KR"/>
                <a:cs typeface="Noto Sans KR"/>
              </a:rPr>
              <a:t>인원별 소진 추정액의 워크로그 비중 배분</a:t>
            </a:r>
            <a:endParaRPr sz="1000"/>
          </a:p>
        </p:txBody>
      </p:sp>
      <p:sp>
        <p:nvSpPr>
          <p:cNvPr id="28" name="Shape 25">
            <a:extLst>
              <a:ext uri="{FF2B5EF4-FFF2-40B4-BE49-F238E27FC236}">
                <a16:creationId xmlns:a16="http://schemas.microsoft.com/office/drawing/2014/main" id="{807B7A95-D8CE-4CC7-B2E6-05A1BB8A667F}"/>
              </a:ext>
            </a:extLst>
          </p:cNvPr>
          <p:cNvSpPr>
            <a:spLocks noGrp="1"/>
          </p:cNvSpPr>
          <p:nvPr/>
        </p:nvSpPr>
        <p:spPr>
          <a:xfrm>
            <a:off x="8001000" y="5248656"/>
            <a:ext cx="365760" cy="365760"/>
          </a:xfrm>
          <a:prstGeom prst="ellipse">
            <a:avLst/>
          </a:prstGeom>
          <a:solidFill>
            <a:srgbClr val="D6EEF0"/>
          </a:solidFill>
        </p:spPr>
        <p:txBody>
          <a:bodyPr/>
          <a:lstStyle/>
          <a:p>
            <a:endParaRPr lang="ko-KR" altLang="en-US"/>
          </a:p>
        </p:txBody>
      </p:sp>
      <p:sp>
        <p:nvSpPr>
          <p:cNvPr id="29" name="Text 26">
            <a:extLst>
              <a:ext uri="{FF2B5EF4-FFF2-40B4-BE49-F238E27FC236}">
                <a16:creationId xmlns:a16="http://schemas.microsoft.com/office/drawing/2014/main" id="{08FC641B-D400-4DE7-B998-7BB06F59C750}"/>
              </a:ext>
            </a:extLst>
          </p:cNvPr>
          <p:cNvSpPr>
            <a:spLocks noGrp="1"/>
          </p:cNvSpPr>
          <p:nvPr/>
        </p:nvSpPr>
        <p:spPr>
          <a:xfrm>
            <a:off x="8001000" y="5248656"/>
            <a:ext cx="365760" cy="365760"/>
          </a:xfrm>
          <a:prstGeom prst="rect">
            <a:avLst/>
          </a:prstGeom>
          <a:noFill/>
        </p:spPr>
        <p:txBody>
          <a:bodyPr wrap="square" lIns="0" tIns="0" rIns="0" bIns="0" anchor="ctr"/>
          <a:lstStyle/>
          <a:p>
            <a:pPr marL="0" indent="0" algn="ctr">
              <a:lnSpc>
                <a:spcPct val="115000"/>
              </a:lnSpc>
              <a:buNone/>
            </a:pPr>
            <a:r>
              <a:rPr sz="1250" b="1">
                <a:solidFill>
                  <a:srgbClr val="2C7E82"/>
                </a:solidFill>
                <a:latin typeface="Noto Sans KR"/>
                <a:ea typeface="Noto Sans KR"/>
                <a:cs typeface="Noto Sans KR"/>
              </a:rPr>
              <a:t>4</a:t>
            </a:r>
            <a:endParaRPr sz="1250"/>
          </a:p>
        </p:txBody>
      </p:sp>
      <p:sp>
        <p:nvSpPr>
          <p:cNvPr id="30" name="Text 27">
            <a:extLst>
              <a:ext uri="{FF2B5EF4-FFF2-40B4-BE49-F238E27FC236}">
                <a16:creationId xmlns:a16="http://schemas.microsoft.com/office/drawing/2014/main" id="{48D872DA-EA7F-41B6-A047-16178ABB0865}"/>
              </a:ext>
            </a:extLst>
          </p:cNvPr>
          <p:cNvSpPr>
            <a:spLocks noGrp="1"/>
          </p:cNvSpPr>
          <p:nvPr/>
        </p:nvSpPr>
        <p:spPr>
          <a:xfrm>
            <a:off x="8513064" y="5202936"/>
            <a:ext cx="3038551" cy="274320"/>
          </a:xfrm>
          <a:prstGeom prst="rect">
            <a:avLst/>
          </a:prstGeom>
          <a:noFill/>
        </p:spPr>
        <p:txBody>
          <a:bodyPr wrap="square" lIns="0" tIns="0" rIns="0" bIns="0" anchor="ctr">
            <a:noAutofit/>
          </a:bodyPr>
          <a:lstStyle/>
          <a:p>
            <a:pPr marL="0" indent="0">
              <a:lnSpc>
                <a:spcPct val="115000"/>
              </a:lnSpc>
              <a:buNone/>
              <a:defRPr sz="1725" b="1">
                <a:solidFill>
                  <a:srgbClr val="172A2D"/>
                </a:solidFill>
                <a:latin typeface="Noto Sans KR"/>
                <a:ea typeface="Noto Sans KR"/>
                <a:cs typeface="Noto Sans KR"/>
              </a:defRPr>
            </a:pPr>
            <a:r>
              <a:rPr sz="1725" b="1">
                <a:solidFill>
                  <a:srgbClr val="172A2D"/>
                </a:solidFill>
                <a:latin typeface="Noto Sans KR"/>
                <a:ea typeface="Noto Sans KR"/>
                <a:cs typeface="Noto Sans KR"/>
              </a:rPr>
              <a:t>확인할 항목</a:t>
            </a:r>
            <a:endParaRPr sz="1200"/>
          </a:p>
        </p:txBody>
      </p:sp>
      <p:sp>
        <p:nvSpPr>
          <p:cNvPr id="31" name="Text 28">
            <a:extLst>
              <a:ext uri="{FF2B5EF4-FFF2-40B4-BE49-F238E27FC236}">
                <a16:creationId xmlns:a16="http://schemas.microsoft.com/office/drawing/2014/main" id="{1C542A23-B696-4F0F-B25B-434916A066C6}"/>
              </a:ext>
            </a:extLst>
          </p:cNvPr>
          <p:cNvSpPr>
            <a:spLocks noGrp="1"/>
          </p:cNvSpPr>
          <p:nvPr/>
        </p:nvSpPr>
        <p:spPr>
          <a:xfrm>
            <a:off x="8513064" y="5458968"/>
            <a:ext cx="3038551" cy="502920"/>
          </a:xfrm>
          <a:prstGeom prst="rect">
            <a:avLst/>
          </a:prstGeom>
          <a:noFill/>
        </p:spPr>
        <p:txBody>
          <a:bodyPr wrap="square" lIns="0" tIns="0" rIns="0" bIns="0" anchor="t">
            <a:noAutofit/>
          </a:bodyPr>
          <a:lstStyle/>
          <a:p>
            <a:pPr marL="0" indent="0">
              <a:lnSpc>
                <a:spcPct val="115000"/>
              </a:lnSpc>
              <a:buNone/>
              <a:defRPr sz="1500">
                <a:solidFill>
                  <a:srgbClr val="5B6A6C"/>
                </a:solidFill>
                <a:latin typeface="Noto Sans KR"/>
                <a:ea typeface="Noto Sans KR"/>
                <a:cs typeface="Noto Sans KR"/>
              </a:defRPr>
            </a:pPr>
            <a:r>
              <a:rPr sz="1500">
                <a:solidFill>
                  <a:srgbClr val="5B6A6C"/>
                </a:solidFill>
                <a:latin typeface="Noto Sans KR"/>
                <a:ea typeface="Noto Sans KR"/>
                <a:cs typeface="Noto Sans KR"/>
              </a:rPr>
              <a:t>비용 집중 작업·미산정 인원</a:t>
            </a:r>
            <a:endParaRPr sz="1000"/>
          </a:p>
        </p:txBody>
      </p:sp>
      <p:sp>
        <p:nvSpPr>
          <p:cNvPr id="32" name="Text 29">
            <a:extLst>
              <a:ext uri="{FF2B5EF4-FFF2-40B4-BE49-F238E27FC236}">
                <a16:creationId xmlns:a16="http://schemas.microsoft.com/office/drawing/2014/main" id="{BFFB04B7-DF35-4D43-A8A2-C1CB1CCA765C}"/>
              </a:ext>
            </a:extLst>
          </p:cNvPr>
          <p:cNvSpPr>
            <a:spLocks noGrp="1"/>
          </p:cNvSpPr>
          <p:nvPr/>
        </p:nvSpPr>
        <p:spPr>
          <a:xfrm>
            <a:off x="8001000" y="6053328"/>
            <a:ext cx="3550615" cy="320040"/>
          </a:xfrm>
          <a:prstGeom prst="rect">
            <a:avLst/>
          </a:prstGeom>
          <a:noFill/>
        </p:spPr>
        <p:txBody>
          <a:bodyPr wrap="square" lIns="0" tIns="0" rIns="0" bIns="0" anchor="ctr">
            <a:noAutofit/>
          </a:bodyPr>
          <a:lstStyle/>
          <a:p>
            <a:pPr marL="0" indent="0">
              <a:lnSpc>
                <a:spcPct val="115000"/>
              </a:lnSpc>
              <a:buNone/>
              <a:defRPr sz="1350" b="1">
                <a:solidFill>
                  <a:srgbClr val="247C85"/>
                </a:solidFill>
                <a:latin typeface="Noto Sans KR"/>
                <a:ea typeface="Noto Sans KR"/>
                <a:cs typeface="Noto Sans KR"/>
              </a:defRPr>
            </a:pPr>
            <a:r>
              <a:rPr sz="1350" b="1">
                <a:solidFill>
                  <a:srgbClr val="247C85"/>
                </a:solidFill>
                <a:latin typeface="Noto Sans KR"/>
                <a:ea typeface="Noto Sans KR"/>
                <a:cs typeface="Noto Sans KR"/>
              </a:rPr>
              <a:t>실제 지급액·회계 지출·확정 원가가 아닙니다</a:t>
            </a:r>
            <a:endParaRPr sz="1050"/>
          </a:p>
        </p:txBody>
      </p:sp>
      <p:pic>
        <p:nvPicPr>
          <p:cNvPr id="79" name="Image 1"/>
          <p:cNvPicPr>
            <a:picLocks noChangeAspect="1"/>
          </p:cNvPicPr>
          <p:nvPr/>
        </p:nvPicPr>
        <p:blipFill>
          <a:blip r:embed="rId3"/>
          <a:stretch>
            <a:fillRect/>
          </a:stretch>
        </p:blipFill>
        <p:spPr>
          <a:xfrm>
            <a:off x="640080" y="6419088"/>
            <a:ext cx="786384" cy="180137"/>
          </a:xfrm>
          <a:prstGeom prst="rect">
            <a:avLst/>
          </a:prstGeom>
        </p:spPr>
      </p:pic>
      <p:sp>
        <p:nvSpPr>
          <p:cNvPr id="34" name="Text 30">
            <a:extLst>
              <a:ext uri="{FF2B5EF4-FFF2-40B4-BE49-F238E27FC236}">
                <a16:creationId xmlns:a16="http://schemas.microsoft.com/office/drawing/2014/main" id="{3F37340D-68FD-43A9-93CC-FD9325033D8F}"/>
              </a:ext>
            </a:extLst>
          </p:cNvPr>
          <p:cNvSpPr>
            <a:spLocks noGrp="1"/>
          </p:cNvSpPr>
          <p:nvPr/>
        </p:nvSpPr>
        <p:spPr>
          <a:xfrm>
            <a:off x="1600200" y="6391656"/>
            <a:ext cx="5943600" cy="256032"/>
          </a:xfrm>
          <a:prstGeom prst="rect">
            <a:avLst/>
          </a:prstGeom>
          <a:noFill/>
        </p:spPr>
        <p:txBody>
          <a:bodyPr wrap="square" lIns="0" tIns="0" rIns="0" bIns="0" anchor="ctr"/>
          <a:lstStyle/>
          <a:p>
            <a:pPr marL="0" indent="0">
              <a:lnSpc>
                <a:spcPct val="115000"/>
              </a:lnSpc>
              <a:buNone/>
            </a:pPr>
            <a:r>
              <a:rPr sz="850" spc="100">
                <a:solidFill>
                  <a:srgbClr val="5B6A6C"/>
                </a:solidFill>
                <a:latin typeface="Noto Sans KR"/>
                <a:ea typeface="Noto Sans KR"/>
                <a:cs typeface="Noto Sans KR"/>
              </a:rPr>
              <a:t>Moves Workforce  ·  PRODUCT INTRODUCTION</a:t>
            </a:r>
            <a:endParaRPr sz="850"/>
          </a:p>
        </p:txBody>
      </p:sp>
      <p:sp>
        <p:nvSpPr>
          <p:cNvPr id="35" name="Text 31">
            <a:extLst>
              <a:ext uri="{FF2B5EF4-FFF2-40B4-BE49-F238E27FC236}">
                <a16:creationId xmlns:a16="http://schemas.microsoft.com/office/drawing/2014/main" id="{F02823E7-AB02-4380-99DC-522F08676B9A}"/>
              </a:ext>
            </a:extLst>
          </p:cNvPr>
          <p:cNvSpPr>
            <a:spLocks noGrp="1"/>
          </p:cNvSpPr>
          <p:nvPr/>
        </p:nvSpPr>
        <p:spPr>
          <a:xfrm>
            <a:off x="10088575" y="6391656"/>
            <a:ext cx="1463040" cy="256032"/>
          </a:xfrm>
          <a:prstGeom prst="rect">
            <a:avLst/>
          </a:prstGeom>
          <a:noFill/>
        </p:spPr>
        <p:txBody>
          <a:bodyPr wrap="square" lIns="0" tIns="0" rIns="0" bIns="0" anchor="ctr"/>
          <a:lstStyle/>
          <a:p>
            <a:pPr marL="0" indent="0" algn="r">
              <a:lnSpc>
                <a:spcPct val="115000"/>
              </a:lnSpc>
              <a:buNone/>
              <a:defRPr sz="900">
                <a:latin typeface="Noto Sans KR"/>
                <a:ea typeface="Noto Sans KR"/>
                <a:cs typeface="Noto Sans KR"/>
              </a:defRPr>
            </a:pPr>
            <a:r>
              <a:rPr sz="900" spc="100">
                <a:solidFill>
                  <a:srgbClr val="5B6A6C"/>
                </a:solidFill>
                <a:latin typeface="Noto Sans KR"/>
                <a:ea typeface="Noto Sans KR"/>
                <a:cs typeface="Noto Sans KR"/>
              </a:rPr>
              <a:t>09 / 12</a:t>
            </a:r>
            <a:endParaRPr sz="850"/>
          </a:p>
        </p:txBody>
      </p:sp>
      <p:sp>
        <p:nvSpPr>
          <p:cNvPr id="38" name="직사각형 37">
            <a:extLst>
              <a:ext uri="{FF2B5EF4-FFF2-40B4-BE49-F238E27FC236}">
                <a16:creationId xmlns:a16="http://schemas.microsoft.com/office/drawing/2014/main" id="{E7B6F50E-97DF-4260-86E7-F29B1DE22DB6}"/>
              </a:ext>
            </a:extLst>
          </p:cNvPr>
          <p:cNvSpPr>
            <a:spLocks noGrp="1"/>
          </p:cNvSpPr>
          <p:nvPr/>
        </p:nvSpPr>
        <p:spPr>
          <a:xfrm>
            <a:off x="981075" y="2343150"/>
            <a:ext cx="6134100" cy="533400"/>
          </a:xfrm>
          <a:prstGeom prst="rect">
            <a:avLst/>
          </a:prstGeom>
          <a:noFill/>
          <a:ln w="0">
            <a:noFill/>
          </a:ln>
        </p:spPr>
        <p:txBody>
          <a:bodyPr>
            <a:noAutofit/>
          </a:bodyPr>
          <a:lstStyle/>
          <a:p>
            <a:pPr>
              <a:lnSpc>
                <a:spcPct val="115000"/>
              </a:lnSpc>
              <a:buNone/>
              <a:defRPr sz="2475" b="1">
                <a:solidFill>
                  <a:srgbClr val="247C85"/>
                </a:solidFill>
                <a:latin typeface="Noto Sans KR"/>
                <a:ea typeface="Noto Sans KR"/>
                <a:cs typeface="Noto Sans KR"/>
              </a:defRPr>
            </a:pPr>
            <a:r>
              <a:rPr sz="2475" b="1">
                <a:solidFill>
                  <a:srgbClr val="247C85"/>
                </a:solidFill>
                <a:latin typeface="Noto Sans KR"/>
                <a:ea typeface="Noto Sans KR"/>
                <a:cs typeface="Noto Sans KR"/>
              </a:rPr>
              <a:t>일정 기준 소진 추정</a:t>
            </a:r>
          </a:p>
        </p:txBody>
      </p:sp>
      <p:sp>
        <p:nvSpPr>
          <p:cNvPr id="39" name="사각형: 둥근 모서리 38">
            <a:extLst>
              <a:ext uri="{FF2B5EF4-FFF2-40B4-BE49-F238E27FC236}">
                <a16:creationId xmlns:a16="http://schemas.microsoft.com/office/drawing/2014/main" id="{F6346D24-0E01-4BC7-B24E-567CACC5043C}"/>
              </a:ext>
            </a:extLst>
          </p:cNvPr>
          <p:cNvSpPr>
            <a:spLocks noGrp="1"/>
          </p:cNvSpPr>
          <p:nvPr/>
        </p:nvSpPr>
        <p:spPr>
          <a:xfrm>
            <a:off x="1009650" y="3028950"/>
            <a:ext cx="6076950" cy="723900"/>
          </a:xfrm>
          <a:prstGeom prst="roundRect">
            <a:avLst>
              <a:gd name="adj" fmla="val 10526"/>
            </a:avLst>
          </a:prstGeom>
          <a:solidFill>
            <a:srgbClr val="FFFFFF"/>
          </a:solidFill>
          <a:ln w="9525">
            <a:solidFill>
              <a:srgbClr val="CEE5E8"/>
            </a:solidFill>
          </a:ln>
        </p:spPr>
        <p:txBody>
          <a:bodyPr/>
          <a:lstStyle/>
          <a:p>
            <a:endParaRPr lang="ko-KR" altLang="en-US"/>
          </a:p>
        </p:txBody>
      </p:sp>
      <p:sp>
        <p:nvSpPr>
          <p:cNvPr id="40" name="직사각형 39">
            <a:extLst>
              <a:ext uri="{FF2B5EF4-FFF2-40B4-BE49-F238E27FC236}">
                <a16:creationId xmlns:a16="http://schemas.microsoft.com/office/drawing/2014/main" id="{8967F797-6B81-452C-B6F9-665DFF5A9C23}"/>
              </a:ext>
            </a:extLst>
          </p:cNvPr>
          <p:cNvSpPr>
            <a:spLocks noGrp="1"/>
          </p:cNvSpPr>
          <p:nvPr/>
        </p:nvSpPr>
        <p:spPr>
          <a:xfrm>
            <a:off x="1152525" y="3133725"/>
            <a:ext cx="2114550" cy="485775"/>
          </a:xfrm>
          <a:prstGeom prst="rect">
            <a:avLst/>
          </a:prstGeom>
          <a:noFill/>
          <a:ln w="0">
            <a:noFill/>
          </a:ln>
        </p:spPr>
        <p:txBody>
          <a:bodyPr>
            <a:noAutofit/>
          </a:bodyPr>
          <a:lstStyle/>
          <a:p>
            <a:pPr>
              <a:lnSpc>
                <a:spcPct val="115000"/>
              </a:lnSpc>
              <a:buNone/>
              <a:defRPr sz="1950" b="1">
                <a:solidFill>
                  <a:srgbClr val="247C85"/>
                </a:solidFill>
                <a:latin typeface="Noto Sans KR"/>
                <a:ea typeface="Noto Sans KR"/>
                <a:cs typeface="Noto Sans KR"/>
              </a:defRPr>
            </a:pPr>
            <a:r>
              <a:rPr sz="1950" b="1">
                <a:solidFill>
                  <a:srgbClr val="247C85"/>
                </a:solidFill>
                <a:latin typeface="Noto Sans KR"/>
                <a:ea typeface="Noto Sans KR"/>
                <a:cs typeface="Noto Sans KR"/>
              </a:rPr>
              <a:t>계획 인건비</a:t>
            </a:r>
          </a:p>
        </p:txBody>
      </p:sp>
      <p:sp>
        <p:nvSpPr>
          <p:cNvPr id="41" name="직사각형 40">
            <a:extLst>
              <a:ext uri="{FF2B5EF4-FFF2-40B4-BE49-F238E27FC236}">
                <a16:creationId xmlns:a16="http://schemas.microsoft.com/office/drawing/2014/main" id="{9C96AC6E-D9FF-4193-AFBD-3977EE2679B6}"/>
              </a:ext>
            </a:extLst>
          </p:cNvPr>
          <p:cNvSpPr>
            <a:spLocks noGrp="1"/>
          </p:cNvSpPr>
          <p:nvPr/>
        </p:nvSpPr>
        <p:spPr>
          <a:xfrm>
            <a:off x="3333750" y="3133725"/>
            <a:ext cx="3600450" cy="523875"/>
          </a:xfrm>
          <a:prstGeom prst="rect">
            <a:avLst/>
          </a:prstGeom>
          <a:noFill/>
          <a:ln w="0">
            <a:noFill/>
          </a:ln>
        </p:spPr>
        <p:txBody>
          <a:bodyPr>
            <a:noAutofit/>
          </a:bodyPr>
          <a:lstStyle/>
          <a:p>
            <a:pPr>
              <a:lnSpc>
                <a:spcPct val="115000"/>
              </a:lnSpc>
              <a:buNone/>
              <a:defRPr sz="1650" b="0">
                <a:solidFill>
                  <a:srgbClr val="172A2D"/>
                </a:solidFill>
                <a:latin typeface="Noto Sans KR"/>
                <a:ea typeface="Noto Sans KR"/>
                <a:cs typeface="Noto Sans KR"/>
              </a:defRPr>
            </a:pPr>
            <a:r>
              <a:rPr sz="1650" b="0">
                <a:solidFill>
                  <a:srgbClr val="172A2D"/>
                </a:solidFill>
                <a:latin typeface="Noto Sans KR"/>
                <a:ea typeface="Noto Sans KR"/>
                <a:cs typeface="Noto Sans KR"/>
              </a:rPr>
              <a:t>급여 정책에 따른 유효 투입급여</a:t>
            </a:r>
          </a:p>
        </p:txBody>
      </p:sp>
      <p:sp>
        <p:nvSpPr>
          <p:cNvPr id="42" name="사각형: 둥근 모서리 41">
            <a:extLst>
              <a:ext uri="{FF2B5EF4-FFF2-40B4-BE49-F238E27FC236}">
                <a16:creationId xmlns:a16="http://schemas.microsoft.com/office/drawing/2014/main" id="{30FE0401-C329-4387-B416-E364461E4BEC}"/>
              </a:ext>
            </a:extLst>
          </p:cNvPr>
          <p:cNvSpPr>
            <a:spLocks noGrp="1"/>
          </p:cNvSpPr>
          <p:nvPr/>
        </p:nvSpPr>
        <p:spPr>
          <a:xfrm>
            <a:off x="1009650" y="3895725"/>
            <a:ext cx="6076950" cy="723900"/>
          </a:xfrm>
          <a:prstGeom prst="roundRect">
            <a:avLst>
              <a:gd name="adj" fmla="val 10526"/>
            </a:avLst>
          </a:prstGeom>
          <a:solidFill>
            <a:srgbClr val="D4EEF1"/>
          </a:solidFill>
          <a:ln w="9525">
            <a:solidFill>
              <a:srgbClr val="CEE5E8"/>
            </a:solidFill>
          </a:ln>
        </p:spPr>
        <p:txBody>
          <a:bodyPr/>
          <a:lstStyle/>
          <a:p>
            <a:endParaRPr lang="ko-KR" altLang="en-US"/>
          </a:p>
        </p:txBody>
      </p:sp>
      <p:sp>
        <p:nvSpPr>
          <p:cNvPr id="43" name="직사각형 42">
            <a:extLst>
              <a:ext uri="{FF2B5EF4-FFF2-40B4-BE49-F238E27FC236}">
                <a16:creationId xmlns:a16="http://schemas.microsoft.com/office/drawing/2014/main" id="{E5BA02C1-1EC4-4D52-BC7F-DFB73902B5BF}"/>
              </a:ext>
            </a:extLst>
          </p:cNvPr>
          <p:cNvSpPr>
            <a:spLocks noGrp="1"/>
          </p:cNvSpPr>
          <p:nvPr/>
        </p:nvSpPr>
        <p:spPr>
          <a:xfrm>
            <a:off x="1152525" y="4000500"/>
            <a:ext cx="2114550" cy="485775"/>
          </a:xfrm>
          <a:prstGeom prst="rect">
            <a:avLst/>
          </a:prstGeom>
          <a:noFill/>
          <a:ln w="0">
            <a:noFill/>
          </a:ln>
        </p:spPr>
        <p:txBody>
          <a:bodyPr>
            <a:noAutofit/>
          </a:bodyPr>
          <a:lstStyle/>
          <a:p>
            <a:pPr>
              <a:lnSpc>
                <a:spcPct val="115000"/>
              </a:lnSpc>
              <a:buNone/>
              <a:defRPr sz="1950" b="1">
                <a:solidFill>
                  <a:srgbClr val="247C85"/>
                </a:solidFill>
                <a:latin typeface="Noto Sans KR"/>
                <a:ea typeface="Noto Sans KR"/>
                <a:cs typeface="Noto Sans KR"/>
              </a:defRPr>
            </a:pPr>
            <a:r>
              <a:rPr sz="1950" b="1">
                <a:solidFill>
                  <a:srgbClr val="247C85"/>
                </a:solidFill>
                <a:latin typeface="Noto Sans KR"/>
                <a:ea typeface="Noto Sans KR"/>
                <a:cs typeface="Noto Sans KR"/>
              </a:rPr>
              <a:t>소진 추정(AC)</a:t>
            </a:r>
          </a:p>
        </p:txBody>
      </p:sp>
      <p:sp>
        <p:nvSpPr>
          <p:cNvPr id="44" name="직사각형 43">
            <a:extLst>
              <a:ext uri="{FF2B5EF4-FFF2-40B4-BE49-F238E27FC236}">
                <a16:creationId xmlns:a16="http://schemas.microsoft.com/office/drawing/2014/main" id="{4BF2F0FD-4B3E-4CBF-8957-ACB093D2321E}"/>
              </a:ext>
            </a:extLst>
          </p:cNvPr>
          <p:cNvSpPr>
            <a:spLocks noGrp="1"/>
          </p:cNvSpPr>
          <p:nvPr/>
        </p:nvSpPr>
        <p:spPr>
          <a:xfrm>
            <a:off x="3333750" y="4000500"/>
            <a:ext cx="3600450" cy="523875"/>
          </a:xfrm>
          <a:prstGeom prst="rect">
            <a:avLst/>
          </a:prstGeom>
          <a:noFill/>
          <a:ln w="0">
            <a:noFill/>
          </a:ln>
        </p:spPr>
        <p:txBody>
          <a:bodyPr>
            <a:noAutofit/>
          </a:bodyPr>
          <a:lstStyle/>
          <a:p>
            <a:pPr>
              <a:lnSpc>
                <a:spcPct val="115000"/>
              </a:lnSpc>
              <a:buNone/>
              <a:defRPr sz="1650" b="0">
                <a:solidFill>
                  <a:srgbClr val="172A2D"/>
                </a:solidFill>
                <a:latin typeface="Noto Sans KR"/>
                <a:ea typeface="Noto Sans KR"/>
                <a:cs typeface="Noto Sans KR"/>
              </a:defRPr>
            </a:pPr>
            <a:r>
              <a:rPr sz="1650" b="0">
                <a:solidFill>
                  <a:srgbClr val="172A2D"/>
                </a:solidFill>
                <a:latin typeface="Noto Sans KR"/>
                <a:ea typeface="Noto Sans KR"/>
                <a:cs typeface="Noto Sans KR"/>
              </a:rPr>
              <a:t>계획 인건비 × 일정 진척률</a:t>
            </a:r>
          </a:p>
        </p:txBody>
      </p:sp>
      <p:sp>
        <p:nvSpPr>
          <p:cNvPr id="45" name="사각형: 둥근 모서리 44">
            <a:extLst>
              <a:ext uri="{FF2B5EF4-FFF2-40B4-BE49-F238E27FC236}">
                <a16:creationId xmlns:a16="http://schemas.microsoft.com/office/drawing/2014/main" id="{69A471E9-2144-4CB6-AC73-0A2F725DBD53}"/>
              </a:ext>
            </a:extLst>
          </p:cNvPr>
          <p:cNvSpPr>
            <a:spLocks noGrp="1"/>
          </p:cNvSpPr>
          <p:nvPr/>
        </p:nvSpPr>
        <p:spPr>
          <a:xfrm>
            <a:off x="1009650" y="4762500"/>
            <a:ext cx="6076950" cy="723900"/>
          </a:xfrm>
          <a:prstGeom prst="roundRect">
            <a:avLst>
              <a:gd name="adj" fmla="val 10526"/>
            </a:avLst>
          </a:prstGeom>
          <a:solidFill>
            <a:srgbClr val="FFFFFF"/>
          </a:solidFill>
          <a:ln w="9525">
            <a:solidFill>
              <a:srgbClr val="CEE5E8"/>
            </a:solidFill>
          </a:ln>
        </p:spPr>
        <p:txBody>
          <a:bodyPr/>
          <a:lstStyle/>
          <a:p>
            <a:endParaRPr lang="ko-KR" altLang="en-US"/>
          </a:p>
        </p:txBody>
      </p:sp>
      <p:sp>
        <p:nvSpPr>
          <p:cNvPr id="46" name="직사각형 45">
            <a:extLst>
              <a:ext uri="{FF2B5EF4-FFF2-40B4-BE49-F238E27FC236}">
                <a16:creationId xmlns:a16="http://schemas.microsoft.com/office/drawing/2014/main" id="{0B776A97-E1AF-4157-9EDA-3A469271A37C}"/>
              </a:ext>
            </a:extLst>
          </p:cNvPr>
          <p:cNvSpPr>
            <a:spLocks noGrp="1"/>
          </p:cNvSpPr>
          <p:nvPr/>
        </p:nvSpPr>
        <p:spPr>
          <a:xfrm>
            <a:off x="1152525" y="4867275"/>
            <a:ext cx="2114550" cy="485775"/>
          </a:xfrm>
          <a:prstGeom prst="rect">
            <a:avLst/>
          </a:prstGeom>
          <a:noFill/>
          <a:ln w="0">
            <a:noFill/>
          </a:ln>
        </p:spPr>
        <p:txBody>
          <a:bodyPr>
            <a:noAutofit/>
          </a:bodyPr>
          <a:lstStyle/>
          <a:p>
            <a:pPr>
              <a:lnSpc>
                <a:spcPct val="115000"/>
              </a:lnSpc>
              <a:buNone/>
              <a:defRPr sz="1950" b="1">
                <a:solidFill>
                  <a:srgbClr val="247C85"/>
                </a:solidFill>
                <a:latin typeface="Noto Sans KR"/>
                <a:ea typeface="Noto Sans KR"/>
                <a:cs typeface="Noto Sans KR"/>
              </a:defRPr>
            </a:pPr>
            <a:r>
              <a:rPr sz="1950" b="1">
                <a:solidFill>
                  <a:srgbClr val="247C85"/>
                </a:solidFill>
                <a:latin typeface="Noto Sans KR"/>
                <a:ea typeface="Noto Sans KR"/>
                <a:cs typeface="Noto Sans KR"/>
              </a:rPr>
              <a:t>이슈별 배분</a:t>
            </a:r>
          </a:p>
        </p:txBody>
      </p:sp>
      <p:sp>
        <p:nvSpPr>
          <p:cNvPr id="47" name="직사각형 46">
            <a:extLst>
              <a:ext uri="{FF2B5EF4-FFF2-40B4-BE49-F238E27FC236}">
                <a16:creationId xmlns:a16="http://schemas.microsoft.com/office/drawing/2014/main" id="{1F045395-DAE3-4C3B-AEF6-3E6D8123D613}"/>
              </a:ext>
            </a:extLst>
          </p:cNvPr>
          <p:cNvSpPr>
            <a:spLocks noGrp="1"/>
          </p:cNvSpPr>
          <p:nvPr/>
        </p:nvSpPr>
        <p:spPr>
          <a:xfrm>
            <a:off x="3333750" y="4867275"/>
            <a:ext cx="3600450" cy="523875"/>
          </a:xfrm>
          <a:prstGeom prst="rect">
            <a:avLst/>
          </a:prstGeom>
          <a:noFill/>
          <a:ln w="0">
            <a:noFill/>
          </a:ln>
        </p:spPr>
        <p:txBody>
          <a:bodyPr>
            <a:noAutofit/>
          </a:bodyPr>
          <a:lstStyle/>
          <a:p>
            <a:pPr>
              <a:lnSpc>
                <a:spcPct val="115000"/>
              </a:lnSpc>
              <a:buNone/>
              <a:defRPr sz="1650" b="0">
                <a:solidFill>
                  <a:srgbClr val="172A2D"/>
                </a:solidFill>
                <a:latin typeface="Noto Sans KR"/>
                <a:ea typeface="Noto Sans KR"/>
                <a:cs typeface="Noto Sans KR"/>
              </a:defRPr>
            </a:pPr>
            <a:r>
              <a:rPr sz="1650" b="0">
                <a:solidFill>
                  <a:srgbClr val="172A2D"/>
                </a:solidFill>
                <a:latin typeface="Noto Sans KR"/>
                <a:ea typeface="Noto Sans KR"/>
                <a:cs typeface="Noto Sans KR"/>
              </a:rPr>
              <a:t>인원별 소진 추정액 × 워크로그 비중</a:t>
            </a:r>
          </a:p>
        </p:txBody>
      </p:sp>
    </p:spTree>
    <p:extLst>
      <p:ext uri="{BB962C8B-B14F-4D97-AF65-F5344CB8AC3E}">
        <p14:creationId xmlns:p14="http://schemas.microsoft.com/office/powerpoint/2010/main" val="1727423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0F942959-F2E6-452D-83EB-9C8A6C131F6F}"/>
              </a:ext>
            </a:extLst>
          </p:cNvPr>
          <p:cNvSpPr>
            <a:spLocks noGrp="1"/>
          </p:cNvSpPr>
          <p:nvPr/>
        </p:nvSpPr>
        <p:spPr>
          <a:xfrm>
            <a:off x="640080" y="475488"/>
            <a:ext cx="8138160" cy="274320"/>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1100" b="1" spc="300">
                <a:solidFill>
                  <a:srgbClr val="3B9DA1"/>
                </a:solidFill>
                <a:latin typeface="Noto Sans KR"/>
                <a:ea typeface="Noto Sans KR"/>
                <a:cs typeface="Noto Sans KR"/>
              </a:rPr>
              <a:t>PORTFOLIO VIEW · 통합 대시보드</a:t>
            </a:r>
            <a:endParaRPr sz="1100"/>
          </a:p>
        </p:txBody>
      </p:sp>
      <p:sp>
        <p:nvSpPr>
          <p:cNvPr id="3" name="Text 1">
            <a:extLst>
              <a:ext uri="{FF2B5EF4-FFF2-40B4-BE49-F238E27FC236}">
                <a16:creationId xmlns:a16="http://schemas.microsoft.com/office/drawing/2014/main" id="{1F0717FC-977C-4227-A47F-5537455BD56D}"/>
              </a:ext>
            </a:extLst>
          </p:cNvPr>
          <p:cNvSpPr>
            <a:spLocks noGrp="1"/>
          </p:cNvSpPr>
          <p:nvPr/>
        </p:nvSpPr>
        <p:spPr>
          <a:xfrm>
            <a:off x="640080" y="868680"/>
            <a:ext cx="10515600" cy="685800"/>
          </a:xfrm>
          <a:prstGeom prst="rect">
            <a:avLst/>
          </a:prstGeom>
          <a:noFill/>
        </p:spPr>
        <p:txBody>
          <a:bodyPr wrap="square" lIns="0" tIns="0" rIns="0" bIns="0" anchor="t">
            <a:noAutofit/>
          </a:bodyPr>
          <a:lstStyle/>
          <a:p>
            <a:pPr marL="0" indent="0">
              <a:lnSpc>
                <a:spcPct val="115000"/>
              </a:lnSpc>
              <a:buNone/>
              <a:defRPr sz="2850" b="1">
                <a:solidFill>
                  <a:srgbClr val="172A2D"/>
                </a:solidFill>
                <a:latin typeface="Noto Sans KR"/>
                <a:ea typeface="Noto Sans KR"/>
                <a:cs typeface="Noto Sans KR"/>
              </a:defRPr>
            </a:pPr>
            <a:r>
              <a:rPr sz="2850" b="1">
                <a:solidFill>
                  <a:srgbClr val="172A2D"/>
                </a:solidFill>
                <a:latin typeface="Noto Sans KR"/>
                <a:ea typeface="Noto Sans KR"/>
                <a:cs typeface="Noto Sans KR"/>
              </a:rPr>
              <a:t>프로젝트를 비교해 점검 순서를 정합니다</a:t>
            </a:r>
            <a:endParaRPr sz="2500"/>
          </a:p>
        </p:txBody>
      </p:sp>
      <p:sp>
        <p:nvSpPr>
          <p:cNvPr id="4" name="Text 2">
            <a:extLst>
              <a:ext uri="{FF2B5EF4-FFF2-40B4-BE49-F238E27FC236}">
                <a16:creationId xmlns:a16="http://schemas.microsoft.com/office/drawing/2014/main" id="{0902F648-2F58-4B34-A5E0-108DDD171693}"/>
              </a:ext>
            </a:extLst>
          </p:cNvPr>
          <p:cNvSpPr>
            <a:spLocks noGrp="1"/>
          </p:cNvSpPr>
          <p:nvPr/>
        </p:nvSpPr>
        <p:spPr>
          <a:xfrm>
            <a:off x="640080" y="1572768"/>
            <a:ext cx="10881360" cy="502920"/>
          </a:xfrm>
          <a:prstGeom prst="rect">
            <a:avLst/>
          </a:prstGeom>
          <a:noFill/>
        </p:spPr>
        <p:txBody>
          <a:bodyPr wrap="square" lIns="0" tIns="0" rIns="0" bIns="0" anchor="ctr">
            <a:noAutofit/>
          </a:bodyPr>
          <a:lstStyle/>
          <a:p>
            <a:pPr marL="0" indent="0">
              <a:lnSpc>
                <a:spcPct val="115000"/>
              </a:lnSpc>
              <a:buNone/>
              <a:defRPr sz="1950">
                <a:latin typeface="Noto Sans KR"/>
                <a:ea typeface="Noto Sans KR"/>
                <a:cs typeface="Noto Sans KR"/>
              </a:defRPr>
            </a:pPr>
            <a:r>
              <a:rPr sz="1950">
                <a:solidFill>
                  <a:srgbClr val="5B6A6C"/>
                </a:solidFill>
                <a:latin typeface="Noto Sans KR"/>
                <a:ea typeface="Noto Sans KR"/>
                <a:cs typeface="Noto Sans KR"/>
              </a:rPr>
              <a:t>“여러 프로젝트 중 어디를 먼저 살펴봐야 하는가?”</a:t>
            </a:r>
            <a:endParaRPr sz="1150"/>
          </a:p>
        </p:txBody>
      </p:sp>
      <p:sp>
        <p:nvSpPr>
          <p:cNvPr id="5" name="Shape 3">
            <a:extLst>
              <a:ext uri="{FF2B5EF4-FFF2-40B4-BE49-F238E27FC236}">
                <a16:creationId xmlns:a16="http://schemas.microsoft.com/office/drawing/2014/main" id="{09BF3C83-5887-43FB-9EDE-A19FDC737A77}"/>
              </a:ext>
            </a:extLst>
          </p:cNvPr>
          <p:cNvSpPr>
            <a:spLocks noGrp="1"/>
          </p:cNvSpPr>
          <p:nvPr/>
        </p:nvSpPr>
        <p:spPr>
          <a:xfrm>
            <a:off x="640080" y="2212848"/>
            <a:ext cx="6903720" cy="3931920"/>
          </a:xfrm>
          <a:prstGeom prst="roundRect">
            <a:avLst>
              <a:gd name="adj" fmla="val 1860"/>
            </a:avLst>
          </a:prstGeom>
          <a:solidFill>
            <a:srgbClr val="F7FBFC"/>
          </a:solidFill>
          <a:ln w="15875">
            <a:solidFill>
              <a:srgbClr val="DCE8E9"/>
            </a:solidFill>
            <a:prstDash val="solid"/>
          </a:ln>
          <a:effectLst>
            <a:outerShdw blurRad="114300" dist="38100" dir="5400000" algn="bl" rotWithShape="0">
              <a:srgbClr val="9FC4C6">
                <a:alpha val="28000"/>
              </a:srgbClr>
            </a:outerShdw>
          </a:effectLst>
        </p:spPr>
        <p:txBody>
          <a:bodyPr/>
          <a:lstStyle/>
          <a:p>
            <a:endParaRPr lang="ko-KR" altLang="en-US"/>
          </a:p>
        </p:txBody>
      </p:sp>
      <p:sp>
        <p:nvSpPr>
          <p:cNvPr id="7" name="Text 4">
            <a:extLst>
              <a:ext uri="{FF2B5EF4-FFF2-40B4-BE49-F238E27FC236}">
                <a16:creationId xmlns:a16="http://schemas.microsoft.com/office/drawing/2014/main" id="{52AD96B0-264C-4E4B-84CD-A7BBBB9C0CE6}"/>
              </a:ext>
            </a:extLst>
          </p:cNvPr>
          <p:cNvSpPr>
            <a:spLocks noGrp="1"/>
          </p:cNvSpPr>
          <p:nvPr/>
        </p:nvSpPr>
        <p:spPr>
          <a:xfrm>
            <a:off x="822960" y="5760720"/>
            <a:ext cx="6537960" cy="292608"/>
          </a:xfrm>
          <a:prstGeom prst="rect">
            <a:avLst/>
          </a:prstGeom>
          <a:noFill/>
        </p:spPr>
        <p:txBody>
          <a:bodyPr wrap="square" lIns="0" tIns="0" rIns="0" bIns="0" anchor="ctr">
            <a:noAutofit/>
          </a:bodyPr>
          <a:lstStyle/>
          <a:p>
            <a:pPr marL="0" indent="0">
              <a:lnSpc>
                <a:spcPct val="115000"/>
              </a:lnSpc>
              <a:buNone/>
              <a:defRPr sz="1200">
                <a:latin typeface="Noto Sans KR"/>
                <a:ea typeface="Noto Sans KR"/>
                <a:cs typeface="Noto Sans KR"/>
              </a:defRPr>
            </a:pPr>
            <a:r>
              <a:rPr sz="1200" b="1">
                <a:solidFill>
                  <a:srgbClr val="3B9DA1"/>
                </a:solidFill>
                <a:latin typeface="Noto Sans KR"/>
                <a:ea typeface="Noto Sans KR"/>
                <a:cs typeface="Noto Sans KR"/>
              </a:rPr>
              <a:t>첨부 화면 · 명칭 대체·비용 가림 · 기준 시각 2026-07-06 14:59</a:t>
            </a:r>
            <a:endParaRPr sz="850"/>
          </a:p>
        </p:txBody>
      </p:sp>
      <p:sp>
        <p:nvSpPr>
          <p:cNvPr id="8" name="Text 5">
            <a:extLst>
              <a:ext uri="{FF2B5EF4-FFF2-40B4-BE49-F238E27FC236}">
                <a16:creationId xmlns:a16="http://schemas.microsoft.com/office/drawing/2014/main" id="{E5527995-41CE-44D4-B2CE-31C97DF766AA}"/>
              </a:ext>
            </a:extLst>
          </p:cNvPr>
          <p:cNvSpPr>
            <a:spLocks noGrp="1"/>
          </p:cNvSpPr>
          <p:nvPr/>
        </p:nvSpPr>
        <p:spPr>
          <a:xfrm>
            <a:off x="8001000" y="2212848"/>
            <a:ext cx="3550615" cy="685800"/>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1700" b="1">
                <a:solidFill>
                  <a:srgbClr val="17282B"/>
                </a:solidFill>
                <a:latin typeface="Noto Sans KR"/>
                <a:ea typeface="Noto Sans KR"/>
                <a:cs typeface="Noto Sans KR"/>
              </a:rPr>
              <a:t>확인에서 판단으로</a:t>
            </a:r>
            <a:endParaRPr sz="1700"/>
          </a:p>
        </p:txBody>
      </p:sp>
      <p:sp>
        <p:nvSpPr>
          <p:cNvPr id="9" name="Shape 6">
            <a:extLst>
              <a:ext uri="{FF2B5EF4-FFF2-40B4-BE49-F238E27FC236}">
                <a16:creationId xmlns:a16="http://schemas.microsoft.com/office/drawing/2014/main" id="{14273C19-B8D5-441C-B80A-C58F8D6A00E3}"/>
              </a:ext>
            </a:extLst>
          </p:cNvPr>
          <p:cNvSpPr>
            <a:spLocks noGrp="1"/>
          </p:cNvSpPr>
          <p:nvPr/>
        </p:nvSpPr>
        <p:spPr>
          <a:xfrm>
            <a:off x="8001000" y="2944368"/>
            <a:ext cx="365760" cy="365760"/>
          </a:xfrm>
          <a:prstGeom prst="ellipse">
            <a:avLst/>
          </a:prstGeom>
          <a:solidFill>
            <a:srgbClr val="D6EEF0"/>
          </a:solidFill>
        </p:spPr>
        <p:txBody>
          <a:bodyPr/>
          <a:lstStyle/>
          <a:p>
            <a:endParaRPr lang="ko-KR" altLang="en-US"/>
          </a:p>
        </p:txBody>
      </p:sp>
      <p:sp>
        <p:nvSpPr>
          <p:cNvPr id="10" name="Text 7">
            <a:extLst>
              <a:ext uri="{FF2B5EF4-FFF2-40B4-BE49-F238E27FC236}">
                <a16:creationId xmlns:a16="http://schemas.microsoft.com/office/drawing/2014/main" id="{9C0A3369-39CA-4EF0-B311-76FB3B047606}"/>
              </a:ext>
            </a:extLst>
          </p:cNvPr>
          <p:cNvSpPr>
            <a:spLocks noGrp="1"/>
          </p:cNvSpPr>
          <p:nvPr/>
        </p:nvSpPr>
        <p:spPr>
          <a:xfrm>
            <a:off x="8001000" y="2944368"/>
            <a:ext cx="365760" cy="365760"/>
          </a:xfrm>
          <a:prstGeom prst="rect">
            <a:avLst/>
          </a:prstGeom>
          <a:noFill/>
        </p:spPr>
        <p:txBody>
          <a:bodyPr wrap="square" lIns="0" tIns="0" rIns="0" bIns="0" anchor="ctr"/>
          <a:lstStyle/>
          <a:p>
            <a:pPr marL="0" indent="0" algn="ctr">
              <a:lnSpc>
                <a:spcPct val="115000"/>
              </a:lnSpc>
              <a:buNone/>
            </a:pPr>
            <a:r>
              <a:rPr sz="1250" b="1">
                <a:solidFill>
                  <a:srgbClr val="2C7E82"/>
                </a:solidFill>
                <a:latin typeface="Noto Sans KR"/>
                <a:ea typeface="Noto Sans KR"/>
                <a:cs typeface="Noto Sans KR"/>
              </a:rPr>
              <a:t>1</a:t>
            </a:r>
            <a:endParaRPr sz="1250"/>
          </a:p>
        </p:txBody>
      </p:sp>
      <p:sp>
        <p:nvSpPr>
          <p:cNvPr id="11" name="Text 8">
            <a:extLst>
              <a:ext uri="{FF2B5EF4-FFF2-40B4-BE49-F238E27FC236}">
                <a16:creationId xmlns:a16="http://schemas.microsoft.com/office/drawing/2014/main" id="{7E966E20-2D94-4EF2-B9C2-38B204DE672B}"/>
              </a:ext>
            </a:extLst>
          </p:cNvPr>
          <p:cNvSpPr>
            <a:spLocks noGrp="1"/>
          </p:cNvSpPr>
          <p:nvPr/>
        </p:nvSpPr>
        <p:spPr>
          <a:xfrm>
            <a:off x="8513064" y="2898648"/>
            <a:ext cx="3038551" cy="274320"/>
          </a:xfrm>
          <a:prstGeom prst="rect">
            <a:avLst/>
          </a:prstGeom>
          <a:noFill/>
        </p:spPr>
        <p:txBody>
          <a:bodyPr wrap="square" lIns="0" tIns="0" rIns="0" bIns="0" anchor="ctr">
            <a:noAutofit/>
          </a:bodyPr>
          <a:lstStyle/>
          <a:p>
            <a:pPr marL="0" indent="0">
              <a:lnSpc>
                <a:spcPct val="115000"/>
              </a:lnSpc>
              <a:buNone/>
              <a:defRPr sz="1725" b="1">
                <a:solidFill>
                  <a:srgbClr val="172A2D"/>
                </a:solidFill>
                <a:latin typeface="Noto Sans KR"/>
                <a:ea typeface="Noto Sans KR"/>
                <a:cs typeface="Noto Sans KR"/>
              </a:defRPr>
            </a:pPr>
            <a:r>
              <a:rPr sz="1725" b="1">
                <a:solidFill>
                  <a:srgbClr val="172A2D"/>
                </a:solidFill>
                <a:latin typeface="Noto Sans KR"/>
                <a:ea typeface="Noto Sans KR"/>
                <a:cs typeface="Noto Sans KR"/>
              </a:rPr>
              <a:t>프로젝트 비교</a:t>
            </a:r>
            <a:endParaRPr sz="1200"/>
          </a:p>
        </p:txBody>
      </p:sp>
      <p:sp>
        <p:nvSpPr>
          <p:cNvPr id="12" name="Text 9">
            <a:extLst>
              <a:ext uri="{FF2B5EF4-FFF2-40B4-BE49-F238E27FC236}">
                <a16:creationId xmlns:a16="http://schemas.microsoft.com/office/drawing/2014/main" id="{AAFB08FA-8629-44BE-A57A-5F760E294FBB}"/>
              </a:ext>
            </a:extLst>
          </p:cNvPr>
          <p:cNvSpPr>
            <a:spLocks noGrp="1"/>
          </p:cNvSpPr>
          <p:nvPr/>
        </p:nvSpPr>
        <p:spPr>
          <a:xfrm>
            <a:off x="8513064" y="3154680"/>
            <a:ext cx="3038551" cy="502920"/>
          </a:xfrm>
          <a:prstGeom prst="rect">
            <a:avLst/>
          </a:prstGeom>
          <a:noFill/>
        </p:spPr>
        <p:txBody>
          <a:bodyPr wrap="square" lIns="0" tIns="0" rIns="0" bIns="0" anchor="t">
            <a:noAutofit/>
          </a:bodyPr>
          <a:lstStyle/>
          <a:p>
            <a:pPr marL="0" indent="0">
              <a:lnSpc>
                <a:spcPct val="115000"/>
              </a:lnSpc>
              <a:buNone/>
              <a:defRPr sz="1500">
                <a:latin typeface="Noto Sans KR"/>
                <a:ea typeface="Noto Sans KR"/>
                <a:cs typeface="Noto Sans KR"/>
              </a:defRPr>
            </a:pPr>
            <a:r>
              <a:rPr sz="1500">
                <a:solidFill>
                  <a:srgbClr val="5B6A6C"/>
                </a:solidFill>
                <a:latin typeface="Noto Sans KR"/>
                <a:ea typeface="Noto Sans KR"/>
                <a:cs typeface="Noto Sans KR"/>
              </a:rPr>
              <a:t>시간·범위·자원 차이를 확인</a:t>
            </a:r>
            <a:endParaRPr sz="1000"/>
          </a:p>
        </p:txBody>
      </p:sp>
      <p:sp>
        <p:nvSpPr>
          <p:cNvPr id="13" name="Shape 10">
            <a:extLst>
              <a:ext uri="{FF2B5EF4-FFF2-40B4-BE49-F238E27FC236}">
                <a16:creationId xmlns:a16="http://schemas.microsoft.com/office/drawing/2014/main" id="{748C7C92-48CA-4526-8509-0FB7B927C9A9}"/>
              </a:ext>
            </a:extLst>
          </p:cNvPr>
          <p:cNvSpPr>
            <a:spLocks noGrp="1"/>
          </p:cNvSpPr>
          <p:nvPr/>
        </p:nvSpPr>
        <p:spPr>
          <a:xfrm>
            <a:off x="8001000" y="3712464"/>
            <a:ext cx="365760" cy="365760"/>
          </a:xfrm>
          <a:prstGeom prst="ellipse">
            <a:avLst/>
          </a:prstGeom>
          <a:solidFill>
            <a:srgbClr val="D6EEF0"/>
          </a:solidFill>
        </p:spPr>
        <p:txBody>
          <a:bodyPr/>
          <a:lstStyle/>
          <a:p>
            <a:endParaRPr lang="ko-KR" altLang="en-US"/>
          </a:p>
        </p:txBody>
      </p:sp>
      <p:sp>
        <p:nvSpPr>
          <p:cNvPr id="14" name="Text 11">
            <a:extLst>
              <a:ext uri="{FF2B5EF4-FFF2-40B4-BE49-F238E27FC236}">
                <a16:creationId xmlns:a16="http://schemas.microsoft.com/office/drawing/2014/main" id="{11882A12-7A25-40ED-A023-E7378D083AFE}"/>
              </a:ext>
            </a:extLst>
          </p:cNvPr>
          <p:cNvSpPr>
            <a:spLocks noGrp="1"/>
          </p:cNvSpPr>
          <p:nvPr/>
        </p:nvSpPr>
        <p:spPr>
          <a:xfrm>
            <a:off x="8001000" y="3712464"/>
            <a:ext cx="365760" cy="365760"/>
          </a:xfrm>
          <a:prstGeom prst="rect">
            <a:avLst/>
          </a:prstGeom>
          <a:noFill/>
        </p:spPr>
        <p:txBody>
          <a:bodyPr wrap="square" lIns="0" tIns="0" rIns="0" bIns="0" anchor="ctr"/>
          <a:lstStyle/>
          <a:p>
            <a:pPr marL="0" indent="0" algn="ctr">
              <a:lnSpc>
                <a:spcPct val="115000"/>
              </a:lnSpc>
              <a:buNone/>
            </a:pPr>
            <a:r>
              <a:rPr sz="1250" b="1">
                <a:solidFill>
                  <a:srgbClr val="2C7E82"/>
                </a:solidFill>
                <a:latin typeface="Noto Sans KR"/>
                <a:ea typeface="Noto Sans KR"/>
                <a:cs typeface="Noto Sans KR"/>
              </a:rPr>
              <a:t>2</a:t>
            </a:r>
            <a:endParaRPr sz="1250"/>
          </a:p>
        </p:txBody>
      </p:sp>
      <p:sp>
        <p:nvSpPr>
          <p:cNvPr id="15" name="Text 12">
            <a:extLst>
              <a:ext uri="{FF2B5EF4-FFF2-40B4-BE49-F238E27FC236}">
                <a16:creationId xmlns:a16="http://schemas.microsoft.com/office/drawing/2014/main" id="{D159ECC7-4405-4F85-BDB3-DADF14B37C6D}"/>
              </a:ext>
            </a:extLst>
          </p:cNvPr>
          <p:cNvSpPr>
            <a:spLocks noGrp="1"/>
          </p:cNvSpPr>
          <p:nvPr/>
        </p:nvSpPr>
        <p:spPr>
          <a:xfrm>
            <a:off x="8513064" y="3666744"/>
            <a:ext cx="3038551" cy="274320"/>
          </a:xfrm>
          <a:prstGeom prst="rect">
            <a:avLst/>
          </a:prstGeom>
          <a:noFill/>
        </p:spPr>
        <p:txBody>
          <a:bodyPr wrap="square" lIns="0" tIns="0" rIns="0" bIns="0" anchor="ctr">
            <a:noAutofit/>
          </a:bodyPr>
          <a:lstStyle/>
          <a:p>
            <a:pPr marL="0" indent="0">
              <a:lnSpc>
                <a:spcPct val="115000"/>
              </a:lnSpc>
              <a:buNone/>
              <a:defRPr sz="1725" b="1">
                <a:solidFill>
                  <a:srgbClr val="172A2D"/>
                </a:solidFill>
                <a:latin typeface="Noto Sans KR"/>
                <a:ea typeface="Noto Sans KR"/>
                <a:cs typeface="Noto Sans KR"/>
              </a:defRPr>
            </a:pPr>
            <a:r>
              <a:rPr sz="1725" b="1">
                <a:solidFill>
                  <a:srgbClr val="172A2D"/>
                </a:solidFill>
                <a:latin typeface="Noto Sans KR"/>
                <a:ea typeface="Noto Sans KR"/>
                <a:cs typeface="Noto Sans KR"/>
              </a:rPr>
              <a:t>핵심 수치 확인</a:t>
            </a:r>
            <a:endParaRPr sz="1200"/>
          </a:p>
        </p:txBody>
      </p:sp>
      <p:sp>
        <p:nvSpPr>
          <p:cNvPr id="16" name="Text 13">
            <a:extLst>
              <a:ext uri="{FF2B5EF4-FFF2-40B4-BE49-F238E27FC236}">
                <a16:creationId xmlns:a16="http://schemas.microsoft.com/office/drawing/2014/main" id="{D06863B8-B571-4F40-AF17-EE5878C5AECA}"/>
              </a:ext>
            </a:extLst>
          </p:cNvPr>
          <p:cNvSpPr>
            <a:spLocks noGrp="1"/>
          </p:cNvSpPr>
          <p:nvPr/>
        </p:nvSpPr>
        <p:spPr>
          <a:xfrm>
            <a:off x="8513064" y="3922776"/>
            <a:ext cx="3038551" cy="502920"/>
          </a:xfrm>
          <a:prstGeom prst="rect">
            <a:avLst/>
          </a:prstGeom>
          <a:noFill/>
        </p:spPr>
        <p:txBody>
          <a:bodyPr wrap="square" lIns="0" tIns="0" rIns="0" bIns="0" anchor="t">
            <a:noAutofit/>
          </a:bodyPr>
          <a:lstStyle/>
          <a:p>
            <a:pPr marL="0" indent="0">
              <a:lnSpc>
                <a:spcPct val="115000"/>
              </a:lnSpc>
              <a:buNone/>
              <a:defRPr sz="1500">
                <a:latin typeface="Noto Sans KR"/>
                <a:ea typeface="Noto Sans KR"/>
                <a:cs typeface="Noto Sans KR"/>
              </a:defRPr>
            </a:pPr>
            <a:r>
              <a:rPr sz="1500">
                <a:solidFill>
                  <a:srgbClr val="5B6A6C"/>
                </a:solidFill>
                <a:latin typeface="Noto Sans KR"/>
                <a:ea typeface="Noto Sans KR"/>
                <a:cs typeface="Noto Sans KR"/>
              </a:rPr>
              <a:t>상태는 문자와 수치를 함께 읽기</a:t>
            </a:r>
            <a:endParaRPr sz="1000"/>
          </a:p>
        </p:txBody>
      </p:sp>
      <p:sp>
        <p:nvSpPr>
          <p:cNvPr id="17" name="Shape 14">
            <a:extLst>
              <a:ext uri="{FF2B5EF4-FFF2-40B4-BE49-F238E27FC236}">
                <a16:creationId xmlns:a16="http://schemas.microsoft.com/office/drawing/2014/main" id="{EC8185EC-C583-4715-8DEB-F0EC8F74D824}"/>
              </a:ext>
            </a:extLst>
          </p:cNvPr>
          <p:cNvSpPr>
            <a:spLocks noGrp="1"/>
          </p:cNvSpPr>
          <p:nvPr/>
        </p:nvSpPr>
        <p:spPr>
          <a:xfrm>
            <a:off x="8001000" y="4480560"/>
            <a:ext cx="365760" cy="365760"/>
          </a:xfrm>
          <a:prstGeom prst="ellipse">
            <a:avLst/>
          </a:prstGeom>
          <a:solidFill>
            <a:srgbClr val="D6EEF0"/>
          </a:solidFill>
        </p:spPr>
        <p:txBody>
          <a:bodyPr/>
          <a:lstStyle/>
          <a:p>
            <a:endParaRPr lang="ko-KR" altLang="en-US"/>
          </a:p>
        </p:txBody>
      </p:sp>
      <p:sp>
        <p:nvSpPr>
          <p:cNvPr id="18" name="Text 15">
            <a:extLst>
              <a:ext uri="{FF2B5EF4-FFF2-40B4-BE49-F238E27FC236}">
                <a16:creationId xmlns:a16="http://schemas.microsoft.com/office/drawing/2014/main" id="{EEAE88DD-40C2-4B11-A953-9228E9FDEF75}"/>
              </a:ext>
            </a:extLst>
          </p:cNvPr>
          <p:cNvSpPr>
            <a:spLocks noGrp="1"/>
          </p:cNvSpPr>
          <p:nvPr/>
        </p:nvSpPr>
        <p:spPr>
          <a:xfrm>
            <a:off x="8001000" y="4480560"/>
            <a:ext cx="365760" cy="365760"/>
          </a:xfrm>
          <a:prstGeom prst="rect">
            <a:avLst/>
          </a:prstGeom>
          <a:noFill/>
        </p:spPr>
        <p:txBody>
          <a:bodyPr wrap="square" lIns="0" tIns="0" rIns="0" bIns="0" anchor="ctr"/>
          <a:lstStyle/>
          <a:p>
            <a:pPr marL="0" indent="0" algn="ctr">
              <a:lnSpc>
                <a:spcPct val="115000"/>
              </a:lnSpc>
              <a:buNone/>
            </a:pPr>
            <a:r>
              <a:rPr sz="1250" b="1">
                <a:solidFill>
                  <a:srgbClr val="2C7E82"/>
                </a:solidFill>
                <a:latin typeface="Noto Sans KR"/>
                <a:ea typeface="Noto Sans KR"/>
                <a:cs typeface="Noto Sans KR"/>
              </a:rPr>
              <a:t>3</a:t>
            </a:r>
            <a:endParaRPr sz="1250"/>
          </a:p>
        </p:txBody>
      </p:sp>
      <p:sp>
        <p:nvSpPr>
          <p:cNvPr id="19" name="Text 16">
            <a:extLst>
              <a:ext uri="{FF2B5EF4-FFF2-40B4-BE49-F238E27FC236}">
                <a16:creationId xmlns:a16="http://schemas.microsoft.com/office/drawing/2014/main" id="{224056F3-A29F-4DD5-95AE-251681CD396F}"/>
              </a:ext>
            </a:extLst>
          </p:cNvPr>
          <p:cNvSpPr>
            <a:spLocks noGrp="1"/>
          </p:cNvSpPr>
          <p:nvPr/>
        </p:nvSpPr>
        <p:spPr>
          <a:xfrm>
            <a:off x="8513064" y="4434840"/>
            <a:ext cx="3038551" cy="274320"/>
          </a:xfrm>
          <a:prstGeom prst="rect">
            <a:avLst/>
          </a:prstGeom>
          <a:noFill/>
        </p:spPr>
        <p:txBody>
          <a:bodyPr wrap="square" lIns="0" tIns="0" rIns="0" bIns="0" anchor="ctr">
            <a:noAutofit/>
          </a:bodyPr>
          <a:lstStyle/>
          <a:p>
            <a:pPr marL="0" indent="0">
              <a:lnSpc>
                <a:spcPct val="115000"/>
              </a:lnSpc>
              <a:buNone/>
              <a:defRPr sz="1725" b="1">
                <a:solidFill>
                  <a:srgbClr val="172A2D"/>
                </a:solidFill>
                <a:latin typeface="Noto Sans KR"/>
                <a:ea typeface="Noto Sans KR"/>
                <a:cs typeface="Noto Sans KR"/>
              </a:defRPr>
            </a:pPr>
            <a:r>
              <a:rPr sz="1725" b="1">
                <a:solidFill>
                  <a:srgbClr val="172A2D"/>
                </a:solidFill>
                <a:latin typeface="Noto Sans KR"/>
                <a:ea typeface="Noto Sans KR"/>
                <a:cs typeface="Noto Sans KR"/>
              </a:rPr>
              <a:t>권한별 비용 조회</a:t>
            </a:r>
            <a:endParaRPr sz="1200"/>
          </a:p>
        </p:txBody>
      </p:sp>
      <p:sp>
        <p:nvSpPr>
          <p:cNvPr id="20" name="Text 17">
            <a:extLst>
              <a:ext uri="{FF2B5EF4-FFF2-40B4-BE49-F238E27FC236}">
                <a16:creationId xmlns:a16="http://schemas.microsoft.com/office/drawing/2014/main" id="{19DEFDEB-6F26-423B-AC57-1C54D60084F6}"/>
              </a:ext>
            </a:extLst>
          </p:cNvPr>
          <p:cNvSpPr>
            <a:spLocks noGrp="1"/>
          </p:cNvSpPr>
          <p:nvPr/>
        </p:nvSpPr>
        <p:spPr>
          <a:xfrm>
            <a:off x="8513064" y="4690872"/>
            <a:ext cx="3038551" cy="502920"/>
          </a:xfrm>
          <a:prstGeom prst="rect">
            <a:avLst/>
          </a:prstGeom>
          <a:noFill/>
        </p:spPr>
        <p:txBody>
          <a:bodyPr wrap="square" lIns="0" tIns="0" rIns="0" bIns="0" anchor="t">
            <a:noAutofit/>
          </a:bodyPr>
          <a:lstStyle/>
          <a:p>
            <a:pPr marL="0" indent="0">
              <a:lnSpc>
                <a:spcPct val="115000"/>
              </a:lnSpc>
              <a:buNone/>
              <a:defRPr sz="1500">
                <a:latin typeface="Noto Sans KR"/>
                <a:ea typeface="Noto Sans KR"/>
                <a:cs typeface="Noto Sans KR"/>
              </a:defRPr>
            </a:pPr>
            <a:r>
              <a:rPr sz="1500">
                <a:solidFill>
                  <a:srgbClr val="5B6A6C"/>
                </a:solidFill>
                <a:latin typeface="Noto Sans KR"/>
                <a:ea typeface="Noto Sans KR"/>
                <a:cs typeface="Noto Sans KR"/>
              </a:rPr>
              <a:t>비용·급여는 별도 접근 권한</a:t>
            </a:r>
            <a:endParaRPr sz="1000"/>
          </a:p>
        </p:txBody>
      </p:sp>
      <p:sp>
        <p:nvSpPr>
          <p:cNvPr id="21" name="Shape 18">
            <a:extLst>
              <a:ext uri="{FF2B5EF4-FFF2-40B4-BE49-F238E27FC236}">
                <a16:creationId xmlns:a16="http://schemas.microsoft.com/office/drawing/2014/main" id="{4E06554D-DDBB-4B13-9BA7-9A731B930888}"/>
              </a:ext>
            </a:extLst>
          </p:cNvPr>
          <p:cNvSpPr>
            <a:spLocks noGrp="1"/>
          </p:cNvSpPr>
          <p:nvPr/>
        </p:nvSpPr>
        <p:spPr>
          <a:xfrm>
            <a:off x="8001000" y="5248656"/>
            <a:ext cx="365760" cy="365760"/>
          </a:xfrm>
          <a:prstGeom prst="ellipse">
            <a:avLst/>
          </a:prstGeom>
          <a:solidFill>
            <a:srgbClr val="D6EEF0"/>
          </a:solidFill>
        </p:spPr>
        <p:txBody>
          <a:bodyPr/>
          <a:lstStyle/>
          <a:p>
            <a:endParaRPr lang="ko-KR" altLang="en-US"/>
          </a:p>
        </p:txBody>
      </p:sp>
      <p:sp>
        <p:nvSpPr>
          <p:cNvPr id="22" name="Text 19">
            <a:extLst>
              <a:ext uri="{FF2B5EF4-FFF2-40B4-BE49-F238E27FC236}">
                <a16:creationId xmlns:a16="http://schemas.microsoft.com/office/drawing/2014/main" id="{A9FB89D9-7051-45CD-93B3-6C1CDE4C037E}"/>
              </a:ext>
            </a:extLst>
          </p:cNvPr>
          <p:cNvSpPr>
            <a:spLocks noGrp="1"/>
          </p:cNvSpPr>
          <p:nvPr/>
        </p:nvSpPr>
        <p:spPr>
          <a:xfrm>
            <a:off x="8001000" y="5248656"/>
            <a:ext cx="365760" cy="365760"/>
          </a:xfrm>
          <a:prstGeom prst="rect">
            <a:avLst/>
          </a:prstGeom>
          <a:noFill/>
        </p:spPr>
        <p:txBody>
          <a:bodyPr wrap="square" lIns="0" tIns="0" rIns="0" bIns="0" anchor="ctr"/>
          <a:lstStyle/>
          <a:p>
            <a:pPr marL="0" indent="0" algn="ctr">
              <a:lnSpc>
                <a:spcPct val="115000"/>
              </a:lnSpc>
              <a:buNone/>
            </a:pPr>
            <a:r>
              <a:rPr sz="1250" b="1">
                <a:solidFill>
                  <a:srgbClr val="2C7E82"/>
                </a:solidFill>
                <a:latin typeface="Noto Sans KR"/>
                <a:ea typeface="Noto Sans KR"/>
                <a:cs typeface="Noto Sans KR"/>
              </a:rPr>
              <a:t>4</a:t>
            </a:r>
            <a:endParaRPr sz="1250"/>
          </a:p>
        </p:txBody>
      </p:sp>
      <p:sp>
        <p:nvSpPr>
          <p:cNvPr id="23" name="Text 20">
            <a:extLst>
              <a:ext uri="{FF2B5EF4-FFF2-40B4-BE49-F238E27FC236}">
                <a16:creationId xmlns:a16="http://schemas.microsoft.com/office/drawing/2014/main" id="{719C2FED-DFC4-4E7B-AD66-40AC3A29F870}"/>
              </a:ext>
            </a:extLst>
          </p:cNvPr>
          <p:cNvSpPr>
            <a:spLocks noGrp="1"/>
          </p:cNvSpPr>
          <p:nvPr/>
        </p:nvSpPr>
        <p:spPr>
          <a:xfrm>
            <a:off x="8513064" y="5202936"/>
            <a:ext cx="3038551" cy="274320"/>
          </a:xfrm>
          <a:prstGeom prst="rect">
            <a:avLst/>
          </a:prstGeom>
          <a:noFill/>
        </p:spPr>
        <p:txBody>
          <a:bodyPr wrap="square" lIns="0" tIns="0" rIns="0" bIns="0" anchor="ctr">
            <a:noAutofit/>
          </a:bodyPr>
          <a:lstStyle/>
          <a:p>
            <a:pPr marL="0" indent="0">
              <a:lnSpc>
                <a:spcPct val="115000"/>
              </a:lnSpc>
              <a:buNone/>
              <a:defRPr sz="1725" b="1">
                <a:solidFill>
                  <a:srgbClr val="172A2D"/>
                </a:solidFill>
                <a:latin typeface="Noto Sans KR"/>
                <a:ea typeface="Noto Sans KR"/>
                <a:cs typeface="Noto Sans KR"/>
              </a:defRPr>
            </a:pPr>
            <a:r>
              <a:rPr sz="1725" b="1">
                <a:solidFill>
                  <a:srgbClr val="172A2D"/>
                </a:solidFill>
                <a:latin typeface="Noto Sans KR"/>
                <a:ea typeface="Noto Sans KR"/>
                <a:cs typeface="Noto Sans KR"/>
              </a:rPr>
              <a:t>집계 시각 확인</a:t>
            </a:r>
            <a:endParaRPr sz="1200"/>
          </a:p>
        </p:txBody>
      </p:sp>
      <p:sp>
        <p:nvSpPr>
          <p:cNvPr id="24" name="Text 21">
            <a:extLst>
              <a:ext uri="{FF2B5EF4-FFF2-40B4-BE49-F238E27FC236}">
                <a16:creationId xmlns:a16="http://schemas.microsoft.com/office/drawing/2014/main" id="{709D2458-A609-4D0D-84A0-298D0B285DBE}"/>
              </a:ext>
            </a:extLst>
          </p:cNvPr>
          <p:cNvSpPr>
            <a:spLocks noGrp="1"/>
          </p:cNvSpPr>
          <p:nvPr/>
        </p:nvSpPr>
        <p:spPr>
          <a:xfrm>
            <a:off x="8513064" y="5458968"/>
            <a:ext cx="3038551" cy="502920"/>
          </a:xfrm>
          <a:prstGeom prst="rect">
            <a:avLst/>
          </a:prstGeom>
          <a:noFill/>
        </p:spPr>
        <p:txBody>
          <a:bodyPr wrap="square" lIns="0" tIns="0" rIns="0" bIns="0" anchor="t">
            <a:noAutofit/>
          </a:bodyPr>
          <a:lstStyle/>
          <a:p>
            <a:pPr marL="0" indent="0">
              <a:lnSpc>
                <a:spcPct val="115000"/>
              </a:lnSpc>
              <a:buNone/>
              <a:defRPr sz="1500">
                <a:latin typeface="Noto Sans KR"/>
                <a:ea typeface="Noto Sans KR"/>
                <a:cs typeface="Noto Sans KR"/>
              </a:defRPr>
            </a:pPr>
            <a:r>
              <a:rPr sz="1500">
                <a:solidFill>
                  <a:srgbClr val="5B6A6C"/>
                </a:solidFill>
                <a:latin typeface="Noto Sans KR"/>
                <a:ea typeface="Noto Sans KR"/>
                <a:cs typeface="Noto Sans KR"/>
              </a:rPr>
              <a:t>일 단위 배치, 재집계는 비동기</a:t>
            </a:r>
            <a:endParaRPr sz="1000"/>
          </a:p>
        </p:txBody>
      </p:sp>
      <p:sp>
        <p:nvSpPr>
          <p:cNvPr id="25" name="Text 22">
            <a:extLst>
              <a:ext uri="{FF2B5EF4-FFF2-40B4-BE49-F238E27FC236}">
                <a16:creationId xmlns:a16="http://schemas.microsoft.com/office/drawing/2014/main" id="{59411664-BEBB-40FB-8BBB-F4F69865E93C}"/>
              </a:ext>
            </a:extLst>
          </p:cNvPr>
          <p:cNvSpPr>
            <a:spLocks noGrp="1"/>
          </p:cNvSpPr>
          <p:nvPr/>
        </p:nvSpPr>
        <p:spPr>
          <a:xfrm>
            <a:off x="8001000" y="6053328"/>
            <a:ext cx="3550615" cy="320040"/>
          </a:xfrm>
          <a:prstGeom prst="rect">
            <a:avLst/>
          </a:prstGeom>
          <a:noFill/>
        </p:spPr>
        <p:txBody>
          <a:bodyPr wrap="square" lIns="0" tIns="0" rIns="0" bIns="0" anchor="ctr">
            <a:noAutofit/>
          </a:bodyPr>
          <a:lstStyle/>
          <a:p>
            <a:pPr marL="0" indent="0">
              <a:lnSpc>
                <a:spcPct val="115000"/>
              </a:lnSpc>
              <a:buNone/>
              <a:defRPr sz="1425" b="1">
                <a:solidFill>
                  <a:srgbClr val="247C85"/>
                </a:solidFill>
                <a:latin typeface="Noto Sans KR"/>
                <a:ea typeface="Noto Sans KR"/>
                <a:cs typeface="Noto Sans KR"/>
              </a:defRPr>
            </a:pPr>
            <a:r>
              <a:rPr sz="1425" b="1">
                <a:solidFill>
                  <a:srgbClr val="247C85"/>
                </a:solidFill>
                <a:latin typeface="Noto Sans KR"/>
                <a:ea typeface="Noto Sans KR"/>
                <a:cs typeface="Noto Sans KR"/>
              </a:rPr>
              <a:t>집계 완료와 기준 시각을 확인한 뒤 판단합니다</a:t>
            </a:r>
            <a:endParaRPr sz="1050"/>
          </a:p>
        </p:txBody>
      </p:sp>
      <p:pic>
        <p:nvPicPr>
          <p:cNvPr id="54" name="Image 1"/>
          <p:cNvPicPr>
            <a:picLocks noChangeAspect="1"/>
          </p:cNvPicPr>
          <p:nvPr/>
        </p:nvPicPr>
        <p:blipFill>
          <a:blip r:embed="rId3"/>
          <a:stretch>
            <a:fillRect/>
          </a:stretch>
        </p:blipFill>
        <p:spPr>
          <a:xfrm>
            <a:off x="640080" y="6419088"/>
            <a:ext cx="786384" cy="180137"/>
          </a:xfrm>
          <a:prstGeom prst="rect">
            <a:avLst/>
          </a:prstGeom>
        </p:spPr>
      </p:pic>
      <p:sp>
        <p:nvSpPr>
          <p:cNvPr id="27" name="Text 23">
            <a:extLst>
              <a:ext uri="{FF2B5EF4-FFF2-40B4-BE49-F238E27FC236}">
                <a16:creationId xmlns:a16="http://schemas.microsoft.com/office/drawing/2014/main" id="{A018DD1E-ADEE-4FCC-8055-26BA72357BF3}"/>
              </a:ext>
            </a:extLst>
          </p:cNvPr>
          <p:cNvSpPr>
            <a:spLocks noGrp="1"/>
          </p:cNvSpPr>
          <p:nvPr/>
        </p:nvSpPr>
        <p:spPr>
          <a:xfrm>
            <a:off x="1600200" y="6391656"/>
            <a:ext cx="5943600" cy="256032"/>
          </a:xfrm>
          <a:prstGeom prst="rect">
            <a:avLst/>
          </a:prstGeom>
          <a:noFill/>
        </p:spPr>
        <p:txBody>
          <a:bodyPr wrap="square" lIns="0" tIns="0" rIns="0" bIns="0" anchor="ctr"/>
          <a:lstStyle/>
          <a:p>
            <a:pPr marL="0" indent="0">
              <a:lnSpc>
                <a:spcPct val="115000"/>
              </a:lnSpc>
              <a:buNone/>
            </a:pPr>
            <a:r>
              <a:rPr sz="850" spc="100">
                <a:solidFill>
                  <a:srgbClr val="5B6A6C"/>
                </a:solidFill>
                <a:latin typeface="Noto Sans KR"/>
                <a:ea typeface="Noto Sans KR"/>
                <a:cs typeface="Noto Sans KR"/>
              </a:rPr>
              <a:t>Moves Workforce  ·  PRODUCT INTRODUCTION</a:t>
            </a:r>
            <a:endParaRPr sz="850"/>
          </a:p>
        </p:txBody>
      </p:sp>
      <p:sp>
        <p:nvSpPr>
          <p:cNvPr id="28" name="Text 24">
            <a:extLst>
              <a:ext uri="{FF2B5EF4-FFF2-40B4-BE49-F238E27FC236}">
                <a16:creationId xmlns:a16="http://schemas.microsoft.com/office/drawing/2014/main" id="{A1C133D4-F68D-4E12-8649-F2E5536229EE}"/>
              </a:ext>
            </a:extLst>
          </p:cNvPr>
          <p:cNvSpPr>
            <a:spLocks noGrp="1"/>
          </p:cNvSpPr>
          <p:nvPr/>
        </p:nvSpPr>
        <p:spPr>
          <a:xfrm>
            <a:off x="10088575" y="6391656"/>
            <a:ext cx="1463040" cy="256032"/>
          </a:xfrm>
          <a:prstGeom prst="rect">
            <a:avLst/>
          </a:prstGeom>
          <a:noFill/>
        </p:spPr>
        <p:txBody>
          <a:bodyPr wrap="square" lIns="0" tIns="0" rIns="0" bIns="0" anchor="ctr"/>
          <a:lstStyle/>
          <a:p>
            <a:pPr marL="0" indent="0" algn="r">
              <a:lnSpc>
                <a:spcPct val="115000"/>
              </a:lnSpc>
              <a:buNone/>
              <a:defRPr sz="900">
                <a:latin typeface="Noto Sans KR"/>
                <a:ea typeface="Noto Sans KR"/>
                <a:cs typeface="Noto Sans KR"/>
              </a:defRPr>
            </a:pPr>
            <a:r>
              <a:rPr sz="900" spc="100">
                <a:solidFill>
                  <a:srgbClr val="5B6A6C"/>
                </a:solidFill>
                <a:latin typeface="Noto Sans KR"/>
                <a:ea typeface="Noto Sans KR"/>
                <a:cs typeface="Noto Sans KR"/>
              </a:rPr>
              <a:t>10 / 12</a:t>
            </a:r>
            <a:endParaRPr sz="850"/>
          </a:p>
        </p:txBody>
      </p:sp>
      <p:pic>
        <p:nvPicPr>
          <p:cNvPr id="57" name="그림 56"/>
          <p:cNvPicPr>
            <a:picLocks noChangeAspect="1"/>
          </p:cNvPicPr>
          <p:nvPr/>
        </p:nvPicPr>
        <p:blipFill>
          <a:blip r:embed="rId4"/>
          <a:stretch/>
        </p:blipFill>
        <p:spPr>
          <a:xfrm>
            <a:off x="935038" y="2266950"/>
            <a:ext cx="6321425" cy="3448050"/>
          </a:xfrm>
          <a:prstGeom prst="rect">
            <a:avLst/>
          </a:prstGeom>
        </p:spPr>
      </p:pic>
    </p:spTree>
    <p:extLst>
      <p:ext uri="{BB962C8B-B14F-4D97-AF65-F5344CB8AC3E}">
        <p14:creationId xmlns:p14="http://schemas.microsoft.com/office/powerpoint/2010/main" val="678241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0E99B95-E009-427F-9D60-5D7613983A01}"/>
              </a:ext>
            </a:extLst>
          </p:cNvPr>
          <p:cNvSpPr>
            <a:spLocks noGrp="1"/>
          </p:cNvSpPr>
          <p:nvPr/>
        </p:nvSpPr>
        <p:spPr>
          <a:xfrm>
            <a:off x="640080" y="420624"/>
            <a:ext cx="2560320" cy="365760"/>
          </a:xfrm>
          <a:prstGeom prst="roundRect">
            <a:avLst>
              <a:gd name="adj" fmla="val 20000"/>
            </a:avLst>
          </a:prstGeom>
          <a:solidFill>
            <a:srgbClr val="0E4144"/>
          </a:solidFill>
        </p:spPr>
        <p:txBody>
          <a:bodyPr/>
          <a:lstStyle/>
          <a:p>
            <a:endParaRPr lang="ko-KR" altLang="en-US"/>
          </a:p>
        </p:txBody>
      </p:sp>
      <p:sp>
        <p:nvSpPr>
          <p:cNvPr id="3" name="Text 1">
            <a:extLst>
              <a:ext uri="{FF2B5EF4-FFF2-40B4-BE49-F238E27FC236}">
                <a16:creationId xmlns:a16="http://schemas.microsoft.com/office/drawing/2014/main" id="{CB6DED52-1527-40F7-BA6E-6D923C50AEE3}"/>
              </a:ext>
            </a:extLst>
          </p:cNvPr>
          <p:cNvSpPr>
            <a:spLocks noGrp="1"/>
          </p:cNvSpPr>
          <p:nvPr/>
        </p:nvSpPr>
        <p:spPr>
          <a:xfrm>
            <a:off x="640080" y="420624"/>
            <a:ext cx="2560320" cy="365760"/>
          </a:xfrm>
          <a:prstGeom prst="rect">
            <a:avLst/>
          </a:prstGeom>
          <a:noFill/>
        </p:spPr>
        <p:txBody>
          <a:bodyPr wrap="square" lIns="0" tIns="0" rIns="0" bIns="0" anchor="ctr">
            <a:noAutofit/>
          </a:bodyPr>
          <a:lstStyle/>
          <a:p>
            <a:pPr marL="0" indent="0" algn="ctr">
              <a:lnSpc>
                <a:spcPct val="115000"/>
              </a:lnSpc>
              <a:buNone/>
              <a:defRPr>
                <a:latin typeface="Noto Sans KR"/>
                <a:ea typeface="Noto Sans KR"/>
                <a:cs typeface="Noto Sans KR"/>
              </a:defRPr>
            </a:pPr>
            <a:r>
              <a:rPr sz="1050" b="1" spc="200">
                <a:solidFill>
                  <a:srgbClr val="FFFFFF"/>
                </a:solidFill>
                <a:latin typeface="Noto Sans KR"/>
                <a:ea typeface="Noto Sans KR"/>
                <a:cs typeface="Noto Sans KR"/>
              </a:rPr>
              <a:t>SETUP · 도입·권한</a:t>
            </a:r>
            <a:endParaRPr sz="1050"/>
          </a:p>
        </p:txBody>
      </p:sp>
      <p:sp>
        <p:nvSpPr>
          <p:cNvPr id="4" name="Text 2">
            <a:extLst>
              <a:ext uri="{FF2B5EF4-FFF2-40B4-BE49-F238E27FC236}">
                <a16:creationId xmlns:a16="http://schemas.microsoft.com/office/drawing/2014/main" id="{A24D4F94-7C28-4CD0-A658-C85E1FA8D8B4}"/>
              </a:ext>
            </a:extLst>
          </p:cNvPr>
          <p:cNvSpPr>
            <a:spLocks noGrp="1"/>
          </p:cNvSpPr>
          <p:nvPr/>
        </p:nvSpPr>
        <p:spPr>
          <a:xfrm>
            <a:off x="640080" y="914400"/>
            <a:ext cx="10515600" cy="685800"/>
          </a:xfrm>
          <a:prstGeom prst="rect">
            <a:avLst/>
          </a:prstGeom>
          <a:noFill/>
        </p:spPr>
        <p:txBody>
          <a:bodyPr wrap="square" lIns="0" tIns="0" rIns="0" bIns="0" anchor="t">
            <a:noAutofit/>
          </a:bodyPr>
          <a:lstStyle/>
          <a:p>
            <a:pPr marL="0" indent="0">
              <a:lnSpc>
                <a:spcPct val="115000"/>
              </a:lnSpc>
              <a:buNone/>
              <a:defRPr sz="2850" b="1">
                <a:solidFill>
                  <a:srgbClr val="172A2D"/>
                </a:solidFill>
                <a:latin typeface="Noto Sans KR"/>
                <a:ea typeface="Noto Sans KR"/>
                <a:cs typeface="Noto Sans KR"/>
              </a:defRPr>
            </a:pPr>
            <a:r>
              <a:rPr sz="2850" b="1">
                <a:solidFill>
                  <a:srgbClr val="172A2D"/>
                </a:solidFill>
                <a:latin typeface="Noto Sans KR"/>
                <a:ea typeface="Noto Sans KR"/>
                <a:cs typeface="Noto Sans KR"/>
              </a:rPr>
              <a:t>운영 기준과 접근 범위를 먼저 설정합니다</a:t>
            </a:r>
            <a:endParaRPr sz="2500"/>
          </a:p>
        </p:txBody>
      </p:sp>
      <p:sp>
        <p:nvSpPr>
          <p:cNvPr id="5" name="Text 3">
            <a:extLst>
              <a:ext uri="{FF2B5EF4-FFF2-40B4-BE49-F238E27FC236}">
                <a16:creationId xmlns:a16="http://schemas.microsoft.com/office/drawing/2014/main" id="{720D509E-2D3A-4A97-9250-8B3260C96EB3}"/>
              </a:ext>
            </a:extLst>
          </p:cNvPr>
          <p:cNvSpPr>
            <a:spLocks noGrp="1"/>
          </p:cNvSpPr>
          <p:nvPr/>
        </p:nvSpPr>
        <p:spPr>
          <a:xfrm>
            <a:off x="640080" y="1572768"/>
            <a:ext cx="10881360" cy="365760"/>
          </a:xfrm>
          <a:prstGeom prst="rect">
            <a:avLst/>
          </a:prstGeom>
          <a:noFill/>
        </p:spPr>
        <p:txBody>
          <a:bodyPr wrap="square" lIns="0" tIns="0" rIns="0" bIns="0" anchor="ctr">
            <a:noAutofit/>
          </a:bodyPr>
          <a:lstStyle/>
          <a:p>
            <a:pPr marL="0" indent="0">
              <a:lnSpc>
                <a:spcPct val="115000"/>
              </a:lnSpc>
              <a:buNone/>
              <a:defRPr sz="1875">
                <a:latin typeface="Noto Sans KR"/>
                <a:ea typeface="Noto Sans KR"/>
                <a:cs typeface="Noto Sans KR"/>
              </a:defRPr>
            </a:pPr>
            <a:r>
              <a:rPr sz="1875">
                <a:solidFill>
                  <a:srgbClr val="5B6A6C"/>
                </a:solidFill>
                <a:latin typeface="Noto Sans KR"/>
                <a:ea typeface="Noto Sans KR"/>
                <a:cs typeface="Noto Sans KR"/>
              </a:rPr>
              <a:t>Jira Cloud에서 대표 프로젝트를 연결하기 위한 네 단계입니다.</a:t>
            </a:r>
            <a:endParaRPr sz="1150"/>
          </a:p>
        </p:txBody>
      </p:sp>
      <p:sp>
        <p:nvSpPr>
          <p:cNvPr id="6" name="Shape 4">
            <a:extLst>
              <a:ext uri="{FF2B5EF4-FFF2-40B4-BE49-F238E27FC236}">
                <a16:creationId xmlns:a16="http://schemas.microsoft.com/office/drawing/2014/main" id="{2EF76A4C-E5D4-422F-B812-F553C4279C2F}"/>
              </a:ext>
            </a:extLst>
          </p:cNvPr>
          <p:cNvSpPr>
            <a:spLocks noGrp="1"/>
          </p:cNvSpPr>
          <p:nvPr/>
        </p:nvSpPr>
        <p:spPr>
          <a:xfrm>
            <a:off x="640080" y="2103120"/>
            <a:ext cx="2419274" cy="2880360"/>
          </a:xfrm>
          <a:prstGeom prst="roundRect">
            <a:avLst>
              <a:gd name="adj" fmla="val 3402"/>
            </a:avLst>
          </a:prstGeom>
          <a:solidFill>
            <a:srgbClr val="EBF6F7"/>
          </a:solidFill>
          <a:ln w="12700">
            <a:solidFill>
              <a:srgbClr val="DCE8E9"/>
            </a:solidFill>
            <a:prstDash val="solid"/>
          </a:ln>
        </p:spPr>
        <p:txBody>
          <a:bodyPr/>
          <a:lstStyle/>
          <a:p>
            <a:endParaRPr lang="ko-KR" altLang="en-US"/>
          </a:p>
        </p:txBody>
      </p:sp>
      <p:sp>
        <p:nvSpPr>
          <p:cNvPr id="7" name="Shape 5">
            <a:extLst>
              <a:ext uri="{FF2B5EF4-FFF2-40B4-BE49-F238E27FC236}">
                <a16:creationId xmlns:a16="http://schemas.microsoft.com/office/drawing/2014/main" id="{C92D01B5-7DE7-4481-BF50-F897149BDA0F}"/>
              </a:ext>
            </a:extLst>
          </p:cNvPr>
          <p:cNvSpPr>
            <a:spLocks noGrp="1"/>
          </p:cNvSpPr>
          <p:nvPr/>
        </p:nvSpPr>
        <p:spPr>
          <a:xfrm>
            <a:off x="896112" y="2340864"/>
            <a:ext cx="548640" cy="548640"/>
          </a:xfrm>
          <a:prstGeom prst="ellipse">
            <a:avLst/>
          </a:prstGeom>
          <a:solidFill>
            <a:srgbClr val="FFFFFF"/>
          </a:solidFill>
        </p:spPr>
        <p:txBody>
          <a:bodyPr/>
          <a:lstStyle/>
          <a:p>
            <a:endParaRPr lang="ko-KR" altLang="en-US"/>
          </a:p>
        </p:txBody>
      </p:sp>
      <p:pic>
        <p:nvPicPr>
          <p:cNvPr id="57" name="Image 0"/>
          <p:cNvPicPr>
            <a:picLocks noChangeAspect="1"/>
          </p:cNvPicPr>
          <p:nvPr/>
        </p:nvPicPr>
        <p:blipFill>
          <a:blip r:embed="rId3"/>
          <a:stretch>
            <a:fillRect/>
          </a:stretch>
        </p:blipFill>
        <p:spPr>
          <a:xfrm>
            <a:off x="1044245" y="2488997"/>
            <a:ext cx="252374" cy="252374"/>
          </a:xfrm>
          <a:prstGeom prst="rect">
            <a:avLst/>
          </a:prstGeom>
        </p:spPr>
      </p:pic>
      <p:sp>
        <p:nvSpPr>
          <p:cNvPr id="9" name="Text 6">
            <a:extLst>
              <a:ext uri="{FF2B5EF4-FFF2-40B4-BE49-F238E27FC236}">
                <a16:creationId xmlns:a16="http://schemas.microsoft.com/office/drawing/2014/main" id="{8111BC20-FF70-42AB-A0D3-ED9A153A8C25}"/>
              </a:ext>
            </a:extLst>
          </p:cNvPr>
          <p:cNvSpPr>
            <a:spLocks noGrp="1"/>
          </p:cNvSpPr>
          <p:nvPr/>
        </p:nvSpPr>
        <p:spPr>
          <a:xfrm>
            <a:off x="896112" y="3017520"/>
            <a:ext cx="1962074" cy="292608"/>
          </a:xfrm>
          <a:prstGeom prst="rect">
            <a:avLst/>
          </a:prstGeom>
          <a:noFill/>
        </p:spPr>
        <p:txBody>
          <a:bodyPr wrap="square" lIns="0" tIns="0" rIns="0" bIns="0" anchor="ctr">
            <a:noAutofit/>
          </a:bodyPr>
          <a:lstStyle/>
          <a:p>
            <a:pPr marL="0" indent="0">
              <a:lnSpc>
                <a:spcPct val="115000"/>
              </a:lnSpc>
              <a:buNone/>
              <a:defRPr sz="1800" b="1">
                <a:solidFill>
                  <a:srgbClr val="247C85"/>
                </a:solidFill>
                <a:latin typeface="Noto Sans KR"/>
                <a:ea typeface="Noto Sans KR"/>
                <a:cs typeface="Noto Sans KR"/>
              </a:defRPr>
            </a:pPr>
            <a:r>
              <a:rPr sz="1800" b="1">
                <a:solidFill>
                  <a:srgbClr val="247C85"/>
                </a:solidFill>
                <a:latin typeface="Noto Sans KR"/>
                <a:ea typeface="Noto Sans KR"/>
                <a:cs typeface="Noto Sans KR"/>
              </a:rPr>
              <a:t>① 근무 기준</a:t>
            </a:r>
            <a:endParaRPr sz="1350"/>
          </a:p>
        </p:txBody>
      </p:sp>
      <p:sp>
        <p:nvSpPr>
          <p:cNvPr id="10" name="Text 7">
            <a:extLst>
              <a:ext uri="{FF2B5EF4-FFF2-40B4-BE49-F238E27FC236}">
                <a16:creationId xmlns:a16="http://schemas.microsoft.com/office/drawing/2014/main" id="{E8F577F3-43EE-4B01-9F72-B29E2BE5E000}"/>
              </a:ext>
            </a:extLst>
          </p:cNvPr>
          <p:cNvSpPr>
            <a:spLocks noGrp="1"/>
          </p:cNvSpPr>
          <p:nvPr/>
        </p:nvSpPr>
        <p:spPr>
          <a:xfrm>
            <a:off x="896112" y="3319272"/>
            <a:ext cx="1962074" cy="292608"/>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1050" b="1">
                <a:solidFill>
                  <a:srgbClr val="17282B"/>
                </a:solidFill>
                <a:latin typeface="Noto Sans KR"/>
                <a:ea typeface="Noto Sans KR"/>
                <a:cs typeface="Noto Sans KR"/>
              </a:rPr>
              <a:t>숫자의 기준 설정</a:t>
            </a:r>
            <a:endParaRPr sz="1050"/>
          </a:p>
        </p:txBody>
      </p:sp>
      <p:sp>
        <p:nvSpPr>
          <p:cNvPr id="11" name="Text 8">
            <a:extLst>
              <a:ext uri="{FF2B5EF4-FFF2-40B4-BE49-F238E27FC236}">
                <a16:creationId xmlns:a16="http://schemas.microsoft.com/office/drawing/2014/main" id="{7F52ACF1-524F-4B67-92B7-4B4C1F962060}"/>
              </a:ext>
            </a:extLst>
          </p:cNvPr>
          <p:cNvSpPr>
            <a:spLocks noGrp="1"/>
          </p:cNvSpPr>
          <p:nvPr/>
        </p:nvSpPr>
        <p:spPr>
          <a:xfrm>
            <a:off x="914400" y="3675888"/>
            <a:ext cx="1916354" cy="914400"/>
          </a:xfrm>
          <a:prstGeom prst="rect">
            <a:avLst/>
          </a:prstGeom>
          <a:noFill/>
        </p:spPr>
        <p:txBody>
          <a:bodyPr wrap="square" lIns="0" tIns="0" rIns="0" bIns="0" anchor="t">
            <a:noAutofit/>
          </a:bodyPr>
          <a:lstStyle/>
          <a:p>
            <a:pPr marL="127000" indent="-127000">
              <a:lnSpc>
                <a:spcPct val="115000"/>
              </a:lnSpc>
              <a:buSzPct val="100000"/>
              <a:buChar char="•"/>
              <a:defRPr sz="1800">
                <a:latin typeface="Noto Sans KR"/>
                <a:ea typeface="Noto Sans KR"/>
                <a:cs typeface="Noto Sans KR"/>
              </a:defRPr>
            </a:pPr>
            <a:r>
              <a:rPr sz="1800">
                <a:solidFill>
                  <a:srgbClr val="5B6A6C"/>
                </a:solidFill>
                <a:latin typeface="Noto Sans KR"/>
                <a:ea typeface="Noto Sans KR"/>
                <a:cs typeface="Noto Sans KR"/>
              </a:rPr>
              <a:t>1일 근무 시간</a:t>
            </a:r>
            <a:endParaRPr sz="900"/>
          </a:p>
          <a:p>
            <a:pPr marL="127000" indent="-127000">
              <a:lnSpc>
                <a:spcPct val="115000"/>
              </a:lnSpc>
              <a:buSzPct val="100000"/>
              <a:buChar char="•"/>
              <a:defRPr sz="1800">
                <a:latin typeface="Noto Sans KR"/>
                <a:ea typeface="Noto Sans KR"/>
                <a:cs typeface="Noto Sans KR"/>
              </a:defRPr>
            </a:pPr>
            <a:r>
              <a:rPr sz="1800">
                <a:solidFill>
                  <a:srgbClr val="5B6A6C"/>
                </a:solidFill>
                <a:latin typeface="Noto Sans KR"/>
                <a:ea typeface="Noto Sans KR"/>
                <a:cs typeface="Noto Sans KR"/>
              </a:rPr>
              <a:t>공휴일 등록</a:t>
            </a:r>
            <a:endParaRPr sz="900"/>
          </a:p>
        </p:txBody>
      </p:sp>
      <p:sp>
        <p:nvSpPr>
          <p:cNvPr id="12" name="Shape 9">
            <a:extLst>
              <a:ext uri="{FF2B5EF4-FFF2-40B4-BE49-F238E27FC236}">
                <a16:creationId xmlns:a16="http://schemas.microsoft.com/office/drawing/2014/main" id="{95DB6A97-CBC4-42D3-84F0-1CC5312C58F0}"/>
              </a:ext>
            </a:extLst>
          </p:cNvPr>
          <p:cNvSpPr>
            <a:spLocks noGrp="1"/>
          </p:cNvSpPr>
          <p:nvPr/>
        </p:nvSpPr>
        <p:spPr>
          <a:xfrm>
            <a:off x="896112" y="4599432"/>
            <a:ext cx="1907210" cy="0"/>
          </a:xfrm>
          <a:prstGeom prst="line">
            <a:avLst/>
          </a:prstGeom>
          <a:noFill/>
          <a:ln w="12700">
            <a:solidFill>
              <a:srgbClr val="D6EEF0"/>
            </a:solidFill>
            <a:prstDash val="solid"/>
          </a:ln>
        </p:spPr>
        <p:txBody>
          <a:bodyPr/>
          <a:lstStyle/>
          <a:p>
            <a:endParaRPr lang="ko-KR" altLang="en-US"/>
          </a:p>
        </p:txBody>
      </p:sp>
      <p:sp>
        <p:nvSpPr>
          <p:cNvPr id="13" name="Text 10">
            <a:extLst>
              <a:ext uri="{FF2B5EF4-FFF2-40B4-BE49-F238E27FC236}">
                <a16:creationId xmlns:a16="http://schemas.microsoft.com/office/drawing/2014/main" id="{CB80F6B2-7888-4058-948B-6E48E65FB1BC}"/>
              </a:ext>
            </a:extLst>
          </p:cNvPr>
          <p:cNvSpPr>
            <a:spLocks noGrp="1"/>
          </p:cNvSpPr>
          <p:nvPr/>
        </p:nvSpPr>
        <p:spPr>
          <a:xfrm>
            <a:off x="896112" y="4654296"/>
            <a:ext cx="1962074" cy="274320"/>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850" b="1">
                <a:solidFill>
                  <a:srgbClr val="3B9DA1"/>
                </a:solidFill>
                <a:latin typeface="Noto Sans KR"/>
                <a:ea typeface="Noto Sans KR"/>
                <a:cs typeface="Noto Sans KR"/>
              </a:rPr>
              <a:t>근무일 기반 계산</a:t>
            </a:r>
            <a:endParaRPr sz="850"/>
          </a:p>
        </p:txBody>
      </p:sp>
      <p:sp>
        <p:nvSpPr>
          <p:cNvPr id="14" name="Shape 11">
            <a:extLst>
              <a:ext uri="{FF2B5EF4-FFF2-40B4-BE49-F238E27FC236}">
                <a16:creationId xmlns:a16="http://schemas.microsoft.com/office/drawing/2014/main" id="{3C78EB39-863D-4E8F-9211-2FD93805465C}"/>
              </a:ext>
            </a:extLst>
          </p:cNvPr>
          <p:cNvSpPr>
            <a:spLocks noGrp="1"/>
          </p:cNvSpPr>
          <p:nvPr/>
        </p:nvSpPr>
        <p:spPr>
          <a:xfrm>
            <a:off x="3470834" y="2103120"/>
            <a:ext cx="2419274" cy="2880360"/>
          </a:xfrm>
          <a:prstGeom prst="roundRect">
            <a:avLst>
              <a:gd name="adj" fmla="val 3402"/>
            </a:avLst>
          </a:prstGeom>
          <a:solidFill>
            <a:srgbClr val="EBF6F7"/>
          </a:solidFill>
          <a:ln w="12700">
            <a:solidFill>
              <a:srgbClr val="DCE8E9"/>
            </a:solidFill>
            <a:prstDash val="solid"/>
          </a:ln>
        </p:spPr>
        <p:txBody>
          <a:bodyPr/>
          <a:lstStyle/>
          <a:p>
            <a:endParaRPr lang="ko-KR" altLang="en-US"/>
          </a:p>
        </p:txBody>
      </p:sp>
      <p:sp>
        <p:nvSpPr>
          <p:cNvPr id="15" name="Shape 12">
            <a:extLst>
              <a:ext uri="{FF2B5EF4-FFF2-40B4-BE49-F238E27FC236}">
                <a16:creationId xmlns:a16="http://schemas.microsoft.com/office/drawing/2014/main" id="{EB8A91A1-B293-4741-920B-754778A7FBDD}"/>
              </a:ext>
            </a:extLst>
          </p:cNvPr>
          <p:cNvSpPr>
            <a:spLocks noGrp="1"/>
          </p:cNvSpPr>
          <p:nvPr/>
        </p:nvSpPr>
        <p:spPr>
          <a:xfrm>
            <a:off x="3726866" y="2340864"/>
            <a:ext cx="548640" cy="548640"/>
          </a:xfrm>
          <a:prstGeom prst="ellipse">
            <a:avLst/>
          </a:prstGeom>
          <a:solidFill>
            <a:srgbClr val="FFFFFF"/>
          </a:solidFill>
        </p:spPr>
        <p:txBody>
          <a:bodyPr/>
          <a:lstStyle/>
          <a:p>
            <a:endParaRPr lang="ko-KR" altLang="en-US"/>
          </a:p>
        </p:txBody>
      </p:sp>
      <p:pic>
        <p:nvPicPr>
          <p:cNvPr id="65" name="Image 1"/>
          <p:cNvPicPr>
            <a:picLocks noChangeAspect="1"/>
          </p:cNvPicPr>
          <p:nvPr/>
        </p:nvPicPr>
        <p:blipFill>
          <a:blip r:embed="rId4"/>
          <a:stretch>
            <a:fillRect/>
          </a:stretch>
        </p:blipFill>
        <p:spPr>
          <a:xfrm>
            <a:off x="3874999" y="2488997"/>
            <a:ext cx="252374" cy="252374"/>
          </a:xfrm>
          <a:prstGeom prst="rect">
            <a:avLst/>
          </a:prstGeom>
        </p:spPr>
      </p:pic>
      <p:sp>
        <p:nvSpPr>
          <p:cNvPr id="17" name="Text 13">
            <a:extLst>
              <a:ext uri="{FF2B5EF4-FFF2-40B4-BE49-F238E27FC236}">
                <a16:creationId xmlns:a16="http://schemas.microsoft.com/office/drawing/2014/main" id="{4AC67535-55A2-43E8-8059-0C6B82A70C87}"/>
              </a:ext>
            </a:extLst>
          </p:cNvPr>
          <p:cNvSpPr>
            <a:spLocks noGrp="1"/>
          </p:cNvSpPr>
          <p:nvPr/>
        </p:nvSpPr>
        <p:spPr>
          <a:xfrm>
            <a:off x="3726866" y="3017520"/>
            <a:ext cx="1962074" cy="292608"/>
          </a:xfrm>
          <a:prstGeom prst="rect">
            <a:avLst/>
          </a:prstGeom>
          <a:noFill/>
        </p:spPr>
        <p:txBody>
          <a:bodyPr wrap="square" lIns="0" tIns="0" rIns="0" bIns="0" anchor="ctr">
            <a:noAutofit/>
          </a:bodyPr>
          <a:lstStyle/>
          <a:p>
            <a:pPr marL="0" indent="0">
              <a:lnSpc>
                <a:spcPct val="115000"/>
              </a:lnSpc>
              <a:buNone/>
              <a:defRPr sz="1800" b="1">
                <a:solidFill>
                  <a:srgbClr val="247C85"/>
                </a:solidFill>
                <a:latin typeface="Noto Sans KR"/>
                <a:ea typeface="Noto Sans KR"/>
                <a:cs typeface="Noto Sans KR"/>
              </a:defRPr>
            </a:pPr>
            <a:r>
              <a:rPr sz="1800" b="1">
                <a:solidFill>
                  <a:srgbClr val="247C85"/>
                </a:solidFill>
                <a:latin typeface="Noto Sans KR"/>
                <a:ea typeface="Noto Sans KR"/>
                <a:cs typeface="Noto Sans KR"/>
              </a:rPr>
              <a:t>② 인력 등록</a:t>
            </a:r>
            <a:endParaRPr sz="1350"/>
          </a:p>
        </p:txBody>
      </p:sp>
      <p:sp>
        <p:nvSpPr>
          <p:cNvPr id="18" name="Text 14">
            <a:extLst>
              <a:ext uri="{FF2B5EF4-FFF2-40B4-BE49-F238E27FC236}">
                <a16:creationId xmlns:a16="http://schemas.microsoft.com/office/drawing/2014/main" id="{9C0CB740-CE51-4FA6-9832-8C23BDC0A272}"/>
              </a:ext>
            </a:extLst>
          </p:cNvPr>
          <p:cNvSpPr>
            <a:spLocks noGrp="1"/>
          </p:cNvSpPr>
          <p:nvPr/>
        </p:nvSpPr>
        <p:spPr>
          <a:xfrm>
            <a:off x="3726866" y="3319272"/>
            <a:ext cx="1962074" cy="292608"/>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1050" b="1">
                <a:solidFill>
                  <a:srgbClr val="17282B"/>
                </a:solidFill>
                <a:latin typeface="Noto Sans KR"/>
                <a:ea typeface="Noto Sans KR"/>
                <a:cs typeface="Noto Sans KR"/>
              </a:rPr>
              <a:t>사용자와 인력 연결</a:t>
            </a:r>
            <a:endParaRPr sz="1050"/>
          </a:p>
        </p:txBody>
      </p:sp>
      <p:sp>
        <p:nvSpPr>
          <p:cNvPr id="19" name="Text 15">
            <a:extLst>
              <a:ext uri="{FF2B5EF4-FFF2-40B4-BE49-F238E27FC236}">
                <a16:creationId xmlns:a16="http://schemas.microsoft.com/office/drawing/2014/main" id="{D677CCEB-86A9-4A18-8BCB-D27906F7C364}"/>
              </a:ext>
            </a:extLst>
          </p:cNvPr>
          <p:cNvSpPr>
            <a:spLocks noGrp="1"/>
          </p:cNvSpPr>
          <p:nvPr/>
        </p:nvSpPr>
        <p:spPr>
          <a:xfrm>
            <a:off x="3745154" y="3675888"/>
            <a:ext cx="1916354" cy="914400"/>
          </a:xfrm>
          <a:prstGeom prst="rect">
            <a:avLst/>
          </a:prstGeom>
          <a:noFill/>
        </p:spPr>
        <p:txBody>
          <a:bodyPr wrap="square" lIns="0" tIns="0" rIns="0" bIns="0" anchor="t">
            <a:noAutofit/>
          </a:bodyPr>
          <a:lstStyle/>
          <a:p>
            <a:pPr marL="127000" indent="-127000">
              <a:lnSpc>
                <a:spcPct val="115000"/>
              </a:lnSpc>
              <a:buSzPct val="100000"/>
              <a:buChar char="•"/>
              <a:defRPr sz="1800">
                <a:latin typeface="Noto Sans KR"/>
                <a:ea typeface="Noto Sans KR"/>
                <a:cs typeface="Noto Sans KR"/>
              </a:defRPr>
            </a:pPr>
            <a:r>
              <a:rPr sz="1800">
                <a:solidFill>
                  <a:srgbClr val="5B6A6C"/>
                </a:solidFill>
                <a:latin typeface="Noto Sans KR"/>
                <a:ea typeface="Noto Sans KR"/>
                <a:cs typeface="Noto Sans KR"/>
              </a:rPr>
              <a:t>Jira 사용자 연동</a:t>
            </a:r>
            <a:endParaRPr sz="900"/>
          </a:p>
          <a:p>
            <a:pPr marL="127000" indent="-127000">
              <a:lnSpc>
                <a:spcPct val="115000"/>
              </a:lnSpc>
              <a:buSzPct val="100000"/>
              <a:buChar char="•"/>
              <a:defRPr sz="1800">
                <a:latin typeface="Noto Sans KR"/>
                <a:ea typeface="Noto Sans KR"/>
                <a:cs typeface="Noto Sans KR"/>
              </a:defRPr>
            </a:pPr>
            <a:r>
              <a:rPr sz="1800">
                <a:solidFill>
                  <a:srgbClr val="5B6A6C"/>
                </a:solidFill>
                <a:latin typeface="Noto Sans KR"/>
                <a:ea typeface="Noto Sans KR"/>
                <a:cs typeface="Noto Sans KR"/>
              </a:rPr>
              <a:t>엑셀 등록</a:t>
            </a:r>
            <a:endParaRPr sz="900"/>
          </a:p>
        </p:txBody>
      </p:sp>
      <p:sp>
        <p:nvSpPr>
          <p:cNvPr id="20" name="Shape 16">
            <a:extLst>
              <a:ext uri="{FF2B5EF4-FFF2-40B4-BE49-F238E27FC236}">
                <a16:creationId xmlns:a16="http://schemas.microsoft.com/office/drawing/2014/main" id="{F898998F-9E67-459E-91F5-3C42665091CC}"/>
              </a:ext>
            </a:extLst>
          </p:cNvPr>
          <p:cNvSpPr>
            <a:spLocks noGrp="1"/>
          </p:cNvSpPr>
          <p:nvPr/>
        </p:nvSpPr>
        <p:spPr>
          <a:xfrm>
            <a:off x="3726866" y="4599432"/>
            <a:ext cx="1907210" cy="0"/>
          </a:xfrm>
          <a:prstGeom prst="line">
            <a:avLst/>
          </a:prstGeom>
          <a:noFill/>
          <a:ln w="12700">
            <a:solidFill>
              <a:srgbClr val="D6EEF0"/>
            </a:solidFill>
            <a:prstDash val="solid"/>
          </a:ln>
        </p:spPr>
        <p:txBody>
          <a:bodyPr/>
          <a:lstStyle/>
          <a:p>
            <a:endParaRPr lang="ko-KR" altLang="en-US"/>
          </a:p>
        </p:txBody>
      </p:sp>
      <p:sp>
        <p:nvSpPr>
          <p:cNvPr id="21" name="Text 17">
            <a:extLst>
              <a:ext uri="{FF2B5EF4-FFF2-40B4-BE49-F238E27FC236}">
                <a16:creationId xmlns:a16="http://schemas.microsoft.com/office/drawing/2014/main" id="{D46255B1-46E2-4744-9F0C-CFC4DE88499A}"/>
              </a:ext>
            </a:extLst>
          </p:cNvPr>
          <p:cNvSpPr>
            <a:spLocks noGrp="1"/>
          </p:cNvSpPr>
          <p:nvPr/>
        </p:nvSpPr>
        <p:spPr>
          <a:xfrm>
            <a:off x="3726866" y="4654296"/>
            <a:ext cx="1962074" cy="274320"/>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850" b="1">
                <a:solidFill>
                  <a:srgbClr val="3B9DA1"/>
                </a:solidFill>
                <a:latin typeface="Noto Sans KR"/>
                <a:ea typeface="Noto Sans KR"/>
                <a:cs typeface="Noto Sans KR"/>
              </a:rPr>
              <a:t>일괄 등록 지원</a:t>
            </a:r>
            <a:endParaRPr sz="850"/>
          </a:p>
        </p:txBody>
      </p:sp>
      <p:sp>
        <p:nvSpPr>
          <p:cNvPr id="22" name="Shape 18">
            <a:extLst>
              <a:ext uri="{FF2B5EF4-FFF2-40B4-BE49-F238E27FC236}">
                <a16:creationId xmlns:a16="http://schemas.microsoft.com/office/drawing/2014/main" id="{8CD422D8-02E4-4B5C-8FF2-86D259C2149C}"/>
              </a:ext>
            </a:extLst>
          </p:cNvPr>
          <p:cNvSpPr>
            <a:spLocks noGrp="1"/>
          </p:cNvSpPr>
          <p:nvPr/>
        </p:nvSpPr>
        <p:spPr>
          <a:xfrm>
            <a:off x="6301588" y="2103120"/>
            <a:ext cx="2419274" cy="2880360"/>
          </a:xfrm>
          <a:prstGeom prst="roundRect">
            <a:avLst>
              <a:gd name="adj" fmla="val 3402"/>
            </a:avLst>
          </a:prstGeom>
          <a:solidFill>
            <a:srgbClr val="EBF6F7"/>
          </a:solidFill>
          <a:ln w="12700">
            <a:solidFill>
              <a:srgbClr val="DCE8E9"/>
            </a:solidFill>
            <a:prstDash val="solid"/>
          </a:ln>
        </p:spPr>
        <p:txBody>
          <a:bodyPr/>
          <a:lstStyle/>
          <a:p>
            <a:endParaRPr lang="ko-KR" altLang="en-US"/>
          </a:p>
        </p:txBody>
      </p:sp>
      <p:sp>
        <p:nvSpPr>
          <p:cNvPr id="23" name="Shape 19">
            <a:extLst>
              <a:ext uri="{FF2B5EF4-FFF2-40B4-BE49-F238E27FC236}">
                <a16:creationId xmlns:a16="http://schemas.microsoft.com/office/drawing/2014/main" id="{4A1F7A79-9726-4E2E-8C8E-D995E4F1803D}"/>
              </a:ext>
            </a:extLst>
          </p:cNvPr>
          <p:cNvSpPr>
            <a:spLocks noGrp="1"/>
          </p:cNvSpPr>
          <p:nvPr/>
        </p:nvSpPr>
        <p:spPr>
          <a:xfrm>
            <a:off x="6557620" y="2340864"/>
            <a:ext cx="548640" cy="548640"/>
          </a:xfrm>
          <a:prstGeom prst="ellipse">
            <a:avLst/>
          </a:prstGeom>
          <a:solidFill>
            <a:srgbClr val="FFFFFF"/>
          </a:solidFill>
        </p:spPr>
        <p:txBody>
          <a:bodyPr/>
          <a:lstStyle/>
          <a:p>
            <a:endParaRPr lang="ko-KR" altLang="en-US"/>
          </a:p>
        </p:txBody>
      </p:sp>
      <p:pic>
        <p:nvPicPr>
          <p:cNvPr id="73" name="Image 2"/>
          <p:cNvPicPr>
            <a:picLocks noChangeAspect="1"/>
          </p:cNvPicPr>
          <p:nvPr/>
        </p:nvPicPr>
        <p:blipFill>
          <a:blip r:embed="rId5"/>
          <a:stretch>
            <a:fillRect/>
          </a:stretch>
        </p:blipFill>
        <p:spPr>
          <a:xfrm>
            <a:off x="6705752" y="2488997"/>
            <a:ext cx="252374" cy="252374"/>
          </a:xfrm>
          <a:prstGeom prst="rect">
            <a:avLst/>
          </a:prstGeom>
        </p:spPr>
      </p:pic>
      <p:sp>
        <p:nvSpPr>
          <p:cNvPr id="25" name="Text 20">
            <a:extLst>
              <a:ext uri="{FF2B5EF4-FFF2-40B4-BE49-F238E27FC236}">
                <a16:creationId xmlns:a16="http://schemas.microsoft.com/office/drawing/2014/main" id="{F1776B34-BEC1-47CB-9DAF-97D773A07BAE}"/>
              </a:ext>
            </a:extLst>
          </p:cNvPr>
          <p:cNvSpPr>
            <a:spLocks noGrp="1"/>
          </p:cNvSpPr>
          <p:nvPr/>
        </p:nvSpPr>
        <p:spPr>
          <a:xfrm>
            <a:off x="6557620" y="3017520"/>
            <a:ext cx="1962074" cy="292608"/>
          </a:xfrm>
          <a:prstGeom prst="rect">
            <a:avLst/>
          </a:prstGeom>
          <a:noFill/>
        </p:spPr>
        <p:txBody>
          <a:bodyPr wrap="square" lIns="0" tIns="0" rIns="0" bIns="0" anchor="ctr">
            <a:noAutofit/>
          </a:bodyPr>
          <a:lstStyle/>
          <a:p>
            <a:pPr marL="0" indent="0">
              <a:lnSpc>
                <a:spcPct val="115000"/>
              </a:lnSpc>
              <a:buNone/>
              <a:defRPr sz="1800" b="1">
                <a:solidFill>
                  <a:srgbClr val="247C85"/>
                </a:solidFill>
                <a:latin typeface="Noto Sans KR"/>
                <a:ea typeface="Noto Sans KR"/>
                <a:cs typeface="Noto Sans KR"/>
              </a:defRPr>
            </a:pPr>
            <a:r>
              <a:rPr sz="1800" b="1">
                <a:solidFill>
                  <a:srgbClr val="247C85"/>
                </a:solidFill>
                <a:latin typeface="Noto Sans KR"/>
                <a:ea typeface="Noto Sans KR"/>
                <a:cs typeface="Noto Sans KR"/>
              </a:rPr>
              <a:t>③ 팀·권한</a:t>
            </a:r>
            <a:endParaRPr sz="1350"/>
          </a:p>
        </p:txBody>
      </p:sp>
      <p:sp>
        <p:nvSpPr>
          <p:cNvPr id="26" name="Text 21">
            <a:extLst>
              <a:ext uri="{FF2B5EF4-FFF2-40B4-BE49-F238E27FC236}">
                <a16:creationId xmlns:a16="http://schemas.microsoft.com/office/drawing/2014/main" id="{8ACBF84F-1238-4FDD-9EAC-03D6B922653C}"/>
              </a:ext>
            </a:extLst>
          </p:cNvPr>
          <p:cNvSpPr>
            <a:spLocks noGrp="1"/>
          </p:cNvSpPr>
          <p:nvPr/>
        </p:nvSpPr>
        <p:spPr>
          <a:xfrm>
            <a:off x="6557620" y="3319272"/>
            <a:ext cx="1962074" cy="292608"/>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1050" b="1">
                <a:solidFill>
                  <a:srgbClr val="17282B"/>
                </a:solidFill>
                <a:latin typeface="Noto Sans KR"/>
                <a:ea typeface="Noto Sans KR"/>
                <a:cs typeface="Noto Sans KR"/>
              </a:rPr>
              <a:t>접근 범위 구성</a:t>
            </a:r>
            <a:endParaRPr sz="1050"/>
          </a:p>
        </p:txBody>
      </p:sp>
      <p:sp>
        <p:nvSpPr>
          <p:cNvPr id="27" name="Text 22">
            <a:extLst>
              <a:ext uri="{FF2B5EF4-FFF2-40B4-BE49-F238E27FC236}">
                <a16:creationId xmlns:a16="http://schemas.microsoft.com/office/drawing/2014/main" id="{27C7ADEC-716F-4955-B436-FAFAFADF52C1}"/>
              </a:ext>
            </a:extLst>
          </p:cNvPr>
          <p:cNvSpPr>
            <a:spLocks noGrp="1"/>
          </p:cNvSpPr>
          <p:nvPr/>
        </p:nvSpPr>
        <p:spPr>
          <a:xfrm>
            <a:off x="6575908" y="3675888"/>
            <a:ext cx="1916354" cy="914400"/>
          </a:xfrm>
          <a:prstGeom prst="rect">
            <a:avLst/>
          </a:prstGeom>
          <a:noFill/>
        </p:spPr>
        <p:txBody>
          <a:bodyPr wrap="square" lIns="0" tIns="0" rIns="0" bIns="0" anchor="t">
            <a:noAutofit/>
          </a:bodyPr>
          <a:lstStyle/>
          <a:p>
            <a:pPr marL="127000" indent="-127000">
              <a:lnSpc>
                <a:spcPct val="115000"/>
              </a:lnSpc>
              <a:buSzPct val="100000"/>
              <a:buChar char="•"/>
              <a:defRPr sz="1800">
                <a:latin typeface="Noto Sans KR"/>
                <a:ea typeface="Noto Sans KR"/>
                <a:cs typeface="Noto Sans KR"/>
              </a:defRPr>
            </a:pPr>
            <a:r>
              <a:rPr sz="1800">
                <a:solidFill>
                  <a:srgbClr val="5B6A6C"/>
                </a:solidFill>
                <a:latin typeface="Noto Sans KR"/>
                <a:ea typeface="Noto Sans KR"/>
                <a:cs typeface="Noto Sans KR"/>
              </a:rPr>
              <a:t>팀과 팀장 구성</a:t>
            </a:r>
            <a:endParaRPr sz="900"/>
          </a:p>
          <a:p>
            <a:pPr marL="127000" indent="-127000">
              <a:lnSpc>
                <a:spcPct val="115000"/>
              </a:lnSpc>
              <a:buSzPct val="100000"/>
              <a:buChar char="•"/>
              <a:defRPr sz="1800">
                <a:latin typeface="Noto Sans KR"/>
                <a:ea typeface="Noto Sans KR"/>
                <a:cs typeface="Noto Sans KR"/>
              </a:defRPr>
            </a:pPr>
            <a:r>
              <a:rPr sz="1800">
                <a:solidFill>
                  <a:srgbClr val="5B6A6C"/>
                </a:solidFill>
                <a:latin typeface="Noto Sans KR"/>
                <a:ea typeface="Noto Sans KR"/>
                <a:cs typeface="Noto Sans KR"/>
              </a:rPr>
              <a:t>권한 세트 배정</a:t>
            </a:r>
            <a:endParaRPr sz="900"/>
          </a:p>
        </p:txBody>
      </p:sp>
      <p:sp>
        <p:nvSpPr>
          <p:cNvPr id="28" name="Shape 23">
            <a:extLst>
              <a:ext uri="{FF2B5EF4-FFF2-40B4-BE49-F238E27FC236}">
                <a16:creationId xmlns:a16="http://schemas.microsoft.com/office/drawing/2014/main" id="{ABD5AA55-84DB-4D83-8A00-E101C2E473F9}"/>
              </a:ext>
            </a:extLst>
          </p:cNvPr>
          <p:cNvSpPr>
            <a:spLocks noGrp="1"/>
          </p:cNvSpPr>
          <p:nvPr/>
        </p:nvSpPr>
        <p:spPr>
          <a:xfrm>
            <a:off x="6557620" y="4599432"/>
            <a:ext cx="1907210" cy="0"/>
          </a:xfrm>
          <a:prstGeom prst="line">
            <a:avLst/>
          </a:prstGeom>
          <a:noFill/>
          <a:ln w="12700">
            <a:solidFill>
              <a:srgbClr val="D6EEF0"/>
            </a:solidFill>
            <a:prstDash val="solid"/>
          </a:ln>
        </p:spPr>
        <p:txBody>
          <a:bodyPr/>
          <a:lstStyle/>
          <a:p>
            <a:endParaRPr lang="ko-KR" altLang="en-US"/>
          </a:p>
        </p:txBody>
      </p:sp>
      <p:sp>
        <p:nvSpPr>
          <p:cNvPr id="29" name="Text 24">
            <a:extLst>
              <a:ext uri="{FF2B5EF4-FFF2-40B4-BE49-F238E27FC236}">
                <a16:creationId xmlns:a16="http://schemas.microsoft.com/office/drawing/2014/main" id="{B02F3173-8606-411A-B8E9-DC1EC975C059}"/>
              </a:ext>
            </a:extLst>
          </p:cNvPr>
          <p:cNvSpPr>
            <a:spLocks noGrp="1"/>
          </p:cNvSpPr>
          <p:nvPr/>
        </p:nvSpPr>
        <p:spPr>
          <a:xfrm>
            <a:off x="6557620" y="4654296"/>
            <a:ext cx="1962074" cy="274320"/>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850" b="1">
                <a:solidFill>
                  <a:srgbClr val="3B9DA1"/>
                </a:solidFill>
                <a:latin typeface="Noto Sans KR"/>
                <a:ea typeface="Noto Sans KR"/>
                <a:cs typeface="Noto Sans KR"/>
              </a:rPr>
              <a:t>역할별 정보 접근</a:t>
            </a:r>
            <a:endParaRPr sz="850"/>
          </a:p>
        </p:txBody>
      </p:sp>
      <p:sp>
        <p:nvSpPr>
          <p:cNvPr id="30" name="Shape 25">
            <a:extLst>
              <a:ext uri="{FF2B5EF4-FFF2-40B4-BE49-F238E27FC236}">
                <a16:creationId xmlns:a16="http://schemas.microsoft.com/office/drawing/2014/main" id="{54821E9A-F00F-4F9D-A602-E24B49C99EAB}"/>
              </a:ext>
            </a:extLst>
          </p:cNvPr>
          <p:cNvSpPr>
            <a:spLocks noGrp="1"/>
          </p:cNvSpPr>
          <p:nvPr/>
        </p:nvSpPr>
        <p:spPr>
          <a:xfrm>
            <a:off x="9132341" y="2103120"/>
            <a:ext cx="2419274" cy="2880360"/>
          </a:xfrm>
          <a:prstGeom prst="roundRect">
            <a:avLst>
              <a:gd name="adj" fmla="val 3402"/>
            </a:avLst>
          </a:prstGeom>
          <a:solidFill>
            <a:srgbClr val="EBF6F7"/>
          </a:solidFill>
          <a:ln w="12700">
            <a:solidFill>
              <a:srgbClr val="DCE8E9"/>
            </a:solidFill>
            <a:prstDash val="solid"/>
          </a:ln>
        </p:spPr>
        <p:txBody>
          <a:bodyPr/>
          <a:lstStyle/>
          <a:p>
            <a:endParaRPr lang="ko-KR" altLang="en-US"/>
          </a:p>
        </p:txBody>
      </p:sp>
      <p:sp>
        <p:nvSpPr>
          <p:cNvPr id="31" name="Shape 26">
            <a:extLst>
              <a:ext uri="{FF2B5EF4-FFF2-40B4-BE49-F238E27FC236}">
                <a16:creationId xmlns:a16="http://schemas.microsoft.com/office/drawing/2014/main" id="{E3D8B085-6EB8-4300-B4AB-0E1982333681}"/>
              </a:ext>
            </a:extLst>
          </p:cNvPr>
          <p:cNvSpPr>
            <a:spLocks noGrp="1"/>
          </p:cNvSpPr>
          <p:nvPr/>
        </p:nvSpPr>
        <p:spPr>
          <a:xfrm>
            <a:off x="9388373" y="2340864"/>
            <a:ext cx="548640" cy="548640"/>
          </a:xfrm>
          <a:prstGeom prst="ellipse">
            <a:avLst/>
          </a:prstGeom>
          <a:solidFill>
            <a:srgbClr val="FFFFFF"/>
          </a:solidFill>
        </p:spPr>
        <p:txBody>
          <a:bodyPr/>
          <a:lstStyle/>
          <a:p>
            <a:endParaRPr lang="ko-KR" altLang="en-US"/>
          </a:p>
        </p:txBody>
      </p:sp>
      <p:pic>
        <p:nvPicPr>
          <p:cNvPr id="81" name="Image 3"/>
          <p:cNvPicPr>
            <a:picLocks noChangeAspect="1"/>
          </p:cNvPicPr>
          <p:nvPr/>
        </p:nvPicPr>
        <p:blipFill>
          <a:blip r:embed="rId6"/>
          <a:stretch>
            <a:fillRect/>
          </a:stretch>
        </p:blipFill>
        <p:spPr>
          <a:xfrm>
            <a:off x="9536506" y="2488997"/>
            <a:ext cx="252374" cy="252374"/>
          </a:xfrm>
          <a:prstGeom prst="rect">
            <a:avLst/>
          </a:prstGeom>
        </p:spPr>
      </p:pic>
      <p:sp>
        <p:nvSpPr>
          <p:cNvPr id="33" name="Text 27">
            <a:extLst>
              <a:ext uri="{FF2B5EF4-FFF2-40B4-BE49-F238E27FC236}">
                <a16:creationId xmlns:a16="http://schemas.microsoft.com/office/drawing/2014/main" id="{E743083B-7B09-4E0C-A32E-0CFAC90A59B5}"/>
              </a:ext>
            </a:extLst>
          </p:cNvPr>
          <p:cNvSpPr>
            <a:spLocks noGrp="1"/>
          </p:cNvSpPr>
          <p:nvPr/>
        </p:nvSpPr>
        <p:spPr>
          <a:xfrm>
            <a:off x="9388373" y="3017520"/>
            <a:ext cx="1962074" cy="292608"/>
          </a:xfrm>
          <a:prstGeom prst="rect">
            <a:avLst/>
          </a:prstGeom>
          <a:noFill/>
        </p:spPr>
        <p:txBody>
          <a:bodyPr wrap="square" lIns="0" tIns="0" rIns="0" bIns="0" anchor="ctr">
            <a:noAutofit/>
          </a:bodyPr>
          <a:lstStyle/>
          <a:p>
            <a:pPr marL="0" indent="0">
              <a:lnSpc>
                <a:spcPct val="115000"/>
              </a:lnSpc>
              <a:buNone/>
              <a:defRPr sz="1800" b="1">
                <a:solidFill>
                  <a:srgbClr val="247C85"/>
                </a:solidFill>
                <a:latin typeface="Noto Sans KR"/>
                <a:ea typeface="Noto Sans KR"/>
                <a:cs typeface="Noto Sans KR"/>
              </a:defRPr>
            </a:pPr>
            <a:r>
              <a:rPr sz="1800" b="1">
                <a:solidFill>
                  <a:srgbClr val="247C85"/>
                </a:solidFill>
                <a:latin typeface="Noto Sans KR"/>
                <a:ea typeface="Noto Sans KR"/>
                <a:cs typeface="Noto Sans KR"/>
              </a:rPr>
              <a:t>④ 프로젝트 연결</a:t>
            </a:r>
            <a:endParaRPr sz="1350"/>
          </a:p>
        </p:txBody>
      </p:sp>
      <p:sp>
        <p:nvSpPr>
          <p:cNvPr id="34" name="Text 28">
            <a:extLst>
              <a:ext uri="{FF2B5EF4-FFF2-40B4-BE49-F238E27FC236}">
                <a16:creationId xmlns:a16="http://schemas.microsoft.com/office/drawing/2014/main" id="{CCFCCE52-39EA-4BF6-B9AC-55321B983F13}"/>
              </a:ext>
            </a:extLst>
          </p:cNvPr>
          <p:cNvSpPr>
            <a:spLocks noGrp="1"/>
          </p:cNvSpPr>
          <p:nvPr/>
        </p:nvSpPr>
        <p:spPr>
          <a:xfrm>
            <a:off x="9388373" y="3319272"/>
            <a:ext cx="1962074" cy="292608"/>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1050" b="1">
                <a:solidFill>
                  <a:srgbClr val="17282B"/>
                </a:solidFill>
                <a:latin typeface="Noto Sans KR"/>
                <a:ea typeface="Noto Sans KR"/>
                <a:cs typeface="Noto Sans KR"/>
              </a:rPr>
              <a:t>업무 기록 연결</a:t>
            </a:r>
            <a:endParaRPr sz="1050"/>
          </a:p>
        </p:txBody>
      </p:sp>
      <p:sp>
        <p:nvSpPr>
          <p:cNvPr id="35" name="Text 29">
            <a:extLst>
              <a:ext uri="{FF2B5EF4-FFF2-40B4-BE49-F238E27FC236}">
                <a16:creationId xmlns:a16="http://schemas.microsoft.com/office/drawing/2014/main" id="{DCE0E94D-7259-4E8D-B5ED-3C60E55E935F}"/>
              </a:ext>
            </a:extLst>
          </p:cNvPr>
          <p:cNvSpPr>
            <a:spLocks noGrp="1"/>
          </p:cNvSpPr>
          <p:nvPr/>
        </p:nvSpPr>
        <p:spPr>
          <a:xfrm>
            <a:off x="9406661" y="3675888"/>
            <a:ext cx="1916354" cy="914400"/>
          </a:xfrm>
          <a:prstGeom prst="rect">
            <a:avLst/>
          </a:prstGeom>
          <a:noFill/>
        </p:spPr>
        <p:txBody>
          <a:bodyPr wrap="square" lIns="0" tIns="0" rIns="0" bIns="0" anchor="t">
            <a:noAutofit/>
          </a:bodyPr>
          <a:lstStyle/>
          <a:p>
            <a:pPr marL="127000" indent="-127000">
              <a:lnSpc>
                <a:spcPct val="115000"/>
              </a:lnSpc>
              <a:buSzPct val="100000"/>
              <a:buChar char="•"/>
              <a:defRPr sz="1800">
                <a:latin typeface="Noto Sans KR"/>
                <a:ea typeface="Noto Sans KR"/>
                <a:cs typeface="Noto Sans KR"/>
              </a:defRPr>
            </a:pPr>
            <a:r>
              <a:rPr sz="1800">
                <a:solidFill>
                  <a:srgbClr val="5B6A6C"/>
                </a:solidFill>
                <a:latin typeface="Noto Sans KR"/>
                <a:ea typeface="Noto Sans KR"/>
                <a:cs typeface="Noto Sans KR"/>
              </a:rPr>
              <a:t>프로젝트 생성</a:t>
            </a:r>
            <a:endParaRPr sz="900"/>
          </a:p>
          <a:p>
            <a:pPr marL="127000" indent="-127000">
              <a:lnSpc>
                <a:spcPct val="115000"/>
              </a:lnSpc>
              <a:buSzPct val="100000"/>
              <a:buChar char="•"/>
              <a:defRPr sz="1800">
                <a:latin typeface="Noto Sans KR"/>
                <a:ea typeface="Noto Sans KR"/>
                <a:cs typeface="Noto Sans KR"/>
              </a:defRPr>
            </a:pPr>
            <a:r>
              <a:rPr sz="1800">
                <a:solidFill>
                  <a:srgbClr val="5B6A6C"/>
                </a:solidFill>
                <a:latin typeface="Noto Sans KR"/>
                <a:ea typeface="Noto Sans KR"/>
                <a:cs typeface="Noto Sans KR"/>
              </a:rPr>
              <a:t>보드 연결</a:t>
            </a:r>
            <a:endParaRPr sz="900"/>
          </a:p>
        </p:txBody>
      </p:sp>
      <p:sp>
        <p:nvSpPr>
          <p:cNvPr id="36" name="Shape 30">
            <a:extLst>
              <a:ext uri="{FF2B5EF4-FFF2-40B4-BE49-F238E27FC236}">
                <a16:creationId xmlns:a16="http://schemas.microsoft.com/office/drawing/2014/main" id="{03747416-B0CD-4E31-A5B5-738AEE8A559D}"/>
              </a:ext>
            </a:extLst>
          </p:cNvPr>
          <p:cNvSpPr>
            <a:spLocks noGrp="1"/>
          </p:cNvSpPr>
          <p:nvPr/>
        </p:nvSpPr>
        <p:spPr>
          <a:xfrm>
            <a:off x="9388373" y="4599432"/>
            <a:ext cx="1907210" cy="0"/>
          </a:xfrm>
          <a:prstGeom prst="line">
            <a:avLst/>
          </a:prstGeom>
          <a:noFill/>
          <a:ln w="12700">
            <a:solidFill>
              <a:srgbClr val="D6EEF0"/>
            </a:solidFill>
            <a:prstDash val="solid"/>
          </a:ln>
        </p:spPr>
        <p:txBody>
          <a:bodyPr/>
          <a:lstStyle/>
          <a:p>
            <a:endParaRPr lang="ko-KR" altLang="en-US"/>
          </a:p>
        </p:txBody>
      </p:sp>
      <p:sp>
        <p:nvSpPr>
          <p:cNvPr id="37" name="Text 31">
            <a:extLst>
              <a:ext uri="{FF2B5EF4-FFF2-40B4-BE49-F238E27FC236}">
                <a16:creationId xmlns:a16="http://schemas.microsoft.com/office/drawing/2014/main" id="{C2D2F1AF-0232-47FB-B83E-924459DC946B}"/>
              </a:ext>
            </a:extLst>
          </p:cNvPr>
          <p:cNvSpPr>
            <a:spLocks noGrp="1"/>
          </p:cNvSpPr>
          <p:nvPr/>
        </p:nvSpPr>
        <p:spPr>
          <a:xfrm>
            <a:off x="9388373" y="4654296"/>
            <a:ext cx="1962074" cy="274320"/>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850" b="1">
                <a:solidFill>
                  <a:srgbClr val="3B9DA1"/>
                </a:solidFill>
                <a:latin typeface="Noto Sans KR"/>
                <a:ea typeface="Noto Sans KR"/>
                <a:cs typeface="Noto Sans KR"/>
              </a:rPr>
              <a:t>이슈 자동 편입</a:t>
            </a:r>
            <a:endParaRPr sz="850"/>
          </a:p>
        </p:txBody>
      </p:sp>
      <p:sp>
        <p:nvSpPr>
          <p:cNvPr id="38" name="Shape 32">
            <a:extLst>
              <a:ext uri="{FF2B5EF4-FFF2-40B4-BE49-F238E27FC236}">
                <a16:creationId xmlns:a16="http://schemas.microsoft.com/office/drawing/2014/main" id="{D352CD9B-3D01-4182-88AE-B75FE31A367B}"/>
              </a:ext>
            </a:extLst>
          </p:cNvPr>
          <p:cNvSpPr>
            <a:spLocks noGrp="1"/>
          </p:cNvSpPr>
          <p:nvPr/>
        </p:nvSpPr>
        <p:spPr>
          <a:xfrm>
            <a:off x="640080" y="5212080"/>
            <a:ext cx="10911535" cy="960120"/>
          </a:xfrm>
          <a:prstGeom prst="roundRect">
            <a:avLst>
              <a:gd name="adj" fmla="val 9524"/>
            </a:avLst>
          </a:prstGeom>
          <a:solidFill>
            <a:srgbClr val="2C7E82"/>
          </a:solidFill>
        </p:spPr>
        <p:txBody>
          <a:bodyPr/>
          <a:lstStyle/>
          <a:p>
            <a:endParaRPr lang="ko-KR" altLang="en-US"/>
          </a:p>
        </p:txBody>
      </p:sp>
      <p:sp>
        <p:nvSpPr>
          <p:cNvPr id="39" name="Text 33">
            <a:extLst>
              <a:ext uri="{FF2B5EF4-FFF2-40B4-BE49-F238E27FC236}">
                <a16:creationId xmlns:a16="http://schemas.microsoft.com/office/drawing/2014/main" id="{AE34DC4F-8BB3-40F4-8037-44B422138F30}"/>
              </a:ext>
            </a:extLst>
          </p:cNvPr>
          <p:cNvSpPr>
            <a:spLocks noGrp="1"/>
          </p:cNvSpPr>
          <p:nvPr/>
        </p:nvSpPr>
        <p:spPr>
          <a:xfrm>
            <a:off x="1005840" y="5340096"/>
            <a:ext cx="1828800" cy="274320"/>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endParaRPr sz="1100"/>
          </a:p>
        </p:txBody>
      </p:sp>
      <p:sp>
        <p:nvSpPr>
          <p:cNvPr id="40" name="Text 34">
            <a:extLst>
              <a:ext uri="{FF2B5EF4-FFF2-40B4-BE49-F238E27FC236}">
                <a16:creationId xmlns:a16="http://schemas.microsoft.com/office/drawing/2014/main" id="{441FDBAF-F7FD-42B8-B4AE-551AE8F77FD8}"/>
              </a:ext>
            </a:extLst>
          </p:cNvPr>
          <p:cNvSpPr>
            <a:spLocks noGrp="1"/>
          </p:cNvSpPr>
          <p:nvPr/>
        </p:nvSpPr>
        <p:spPr>
          <a:xfrm>
            <a:off x="1005840" y="5500878"/>
            <a:ext cx="3520440" cy="502920"/>
          </a:xfrm>
          <a:prstGeom prst="rect">
            <a:avLst/>
          </a:prstGeom>
          <a:noFill/>
        </p:spPr>
        <p:txBody>
          <a:bodyPr wrap="square" lIns="0" tIns="0" rIns="0" bIns="0" anchor="t">
            <a:noAutofit/>
          </a:bodyPr>
          <a:lstStyle/>
          <a:p>
            <a:pPr marL="0" indent="0">
              <a:lnSpc>
                <a:spcPct val="115000"/>
              </a:lnSpc>
              <a:buNone/>
              <a:defRPr sz="1650">
                <a:solidFill>
                  <a:srgbClr val="FFFFFF"/>
                </a:solidFill>
                <a:latin typeface="Noto Sans KR"/>
                <a:ea typeface="Noto Sans KR"/>
                <a:cs typeface="Noto Sans KR"/>
              </a:defRPr>
            </a:pPr>
            <a:r>
              <a:rPr sz="1650" b="1">
                <a:solidFill>
                  <a:srgbClr val="FFFFFF"/>
                </a:solidFill>
                <a:latin typeface="Noto Sans KR"/>
                <a:ea typeface="Noto Sans KR"/>
                <a:cs typeface="Noto Sans KR"/>
              </a:rPr>
              <a:t>프로젝트 조회 범위</a:t>
            </a:r>
            <a:endParaRPr sz="1200"/>
          </a:p>
          <a:p>
            <a:pPr marL="0" indent="0">
              <a:lnSpc>
                <a:spcPct val="115000"/>
              </a:lnSpc>
              <a:buNone/>
              <a:defRPr sz="1650">
                <a:solidFill>
                  <a:srgbClr val="FFFFFF"/>
                </a:solidFill>
                <a:latin typeface="Noto Sans KR"/>
                <a:ea typeface="Noto Sans KR"/>
                <a:cs typeface="Noto Sans KR"/>
              </a:defRPr>
            </a:pPr>
            <a:r>
              <a:rPr sz="1650" b="1">
                <a:solidFill>
                  <a:srgbClr val="FFFFFF"/>
                </a:solidFill>
                <a:latin typeface="Noto Sans KR"/>
                <a:ea typeface="Noto Sans KR"/>
                <a:cs typeface="Noto Sans KR"/>
              </a:rPr>
              <a:t>전체·참여·팀 범위 설정</a:t>
            </a:r>
            <a:endParaRPr sz="1200"/>
          </a:p>
        </p:txBody>
      </p:sp>
      <p:sp>
        <p:nvSpPr>
          <p:cNvPr id="41" name="Text 35">
            <a:extLst>
              <a:ext uri="{FF2B5EF4-FFF2-40B4-BE49-F238E27FC236}">
                <a16:creationId xmlns:a16="http://schemas.microsoft.com/office/drawing/2014/main" id="{4D0408F2-0F5A-4F1D-BCED-F724D03CB2FB}"/>
              </a:ext>
            </a:extLst>
          </p:cNvPr>
          <p:cNvSpPr>
            <a:spLocks noGrp="1"/>
          </p:cNvSpPr>
          <p:nvPr/>
        </p:nvSpPr>
        <p:spPr>
          <a:xfrm>
            <a:off x="4617720" y="5500878"/>
            <a:ext cx="3520440" cy="502920"/>
          </a:xfrm>
          <a:prstGeom prst="rect">
            <a:avLst/>
          </a:prstGeom>
          <a:noFill/>
        </p:spPr>
        <p:txBody>
          <a:bodyPr wrap="square" lIns="0" tIns="0" rIns="0" bIns="0" anchor="t">
            <a:noAutofit/>
          </a:bodyPr>
          <a:lstStyle/>
          <a:p>
            <a:pPr marL="0" indent="0">
              <a:lnSpc>
                <a:spcPct val="115000"/>
              </a:lnSpc>
              <a:buNone/>
              <a:defRPr sz="1650">
                <a:solidFill>
                  <a:srgbClr val="FFFFFF"/>
                </a:solidFill>
                <a:latin typeface="Noto Sans KR"/>
                <a:ea typeface="Noto Sans KR"/>
                <a:cs typeface="Noto Sans KR"/>
              </a:defRPr>
            </a:pPr>
            <a:r>
              <a:rPr sz="1650" b="1">
                <a:solidFill>
                  <a:srgbClr val="FFFFFF"/>
                </a:solidFill>
                <a:latin typeface="Noto Sans KR"/>
                <a:ea typeface="Noto Sans KR"/>
                <a:cs typeface="Noto Sans KR"/>
              </a:rPr>
              <a:t>비용·급여 접근</a:t>
            </a:r>
            <a:endParaRPr sz="1200"/>
          </a:p>
          <a:p>
            <a:pPr marL="0" indent="0">
              <a:lnSpc>
                <a:spcPct val="115000"/>
              </a:lnSpc>
              <a:buNone/>
              <a:defRPr sz="1650">
                <a:solidFill>
                  <a:srgbClr val="FFFFFF"/>
                </a:solidFill>
                <a:latin typeface="Noto Sans KR"/>
                <a:ea typeface="Noto Sans KR"/>
                <a:cs typeface="Noto Sans KR"/>
              </a:defRPr>
            </a:pPr>
            <a:r>
              <a:rPr sz="1650" b="1">
                <a:solidFill>
                  <a:srgbClr val="FFFFFF"/>
                </a:solidFill>
                <a:latin typeface="Noto Sans KR"/>
                <a:ea typeface="Noto Sans KR"/>
                <a:cs typeface="Noto Sans KR"/>
              </a:rPr>
              <a:t>일반 기능과 별도 권한</a:t>
            </a:r>
            <a:endParaRPr sz="1200"/>
          </a:p>
        </p:txBody>
      </p:sp>
      <p:sp>
        <p:nvSpPr>
          <p:cNvPr id="42" name="Text 36">
            <a:extLst>
              <a:ext uri="{FF2B5EF4-FFF2-40B4-BE49-F238E27FC236}">
                <a16:creationId xmlns:a16="http://schemas.microsoft.com/office/drawing/2014/main" id="{B3002ECA-B212-42AD-90E2-08C327988E61}"/>
              </a:ext>
            </a:extLst>
          </p:cNvPr>
          <p:cNvSpPr>
            <a:spLocks noGrp="1"/>
          </p:cNvSpPr>
          <p:nvPr/>
        </p:nvSpPr>
        <p:spPr>
          <a:xfrm>
            <a:off x="8229600" y="5500878"/>
            <a:ext cx="3520440" cy="502920"/>
          </a:xfrm>
          <a:prstGeom prst="rect">
            <a:avLst/>
          </a:prstGeom>
          <a:noFill/>
        </p:spPr>
        <p:txBody>
          <a:bodyPr wrap="square" lIns="0" tIns="0" rIns="0" bIns="0" anchor="t">
            <a:noAutofit/>
          </a:bodyPr>
          <a:lstStyle/>
          <a:p>
            <a:pPr marL="0" indent="0">
              <a:lnSpc>
                <a:spcPct val="115000"/>
              </a:lnSpc>
              <a:buNone/>
              <a:defRPr sz="1650">
                <a:solidFill>
                  <a:srgbClr val="FFFFFF"/>
                </a:solidFill>
                <a:latin typeface="Noto Sans KR"/>
                <a:ea typeface="Noto Sans KR"/>
                <a:cs typeface="Noto Sans KR"/>
              </a:defRPr>
            </a:pPr>
            <a:r>
              <a:rPr sz="1650" b="1">
                <a:solidFill>
                  <a:srgbClr val="FFFFFF"/>
                </a:solidFill>
                <a:latin typeface="Noto Sans KR"/>
                <a:ea typeface="Noto Sans KR"/>
                <a:cs typeface="Noto Sans KR"/>
              </a:rPr>
              <a:t>앱 운영 관리</a:t>
            </a:r>
            <a:endParaRPr sz="1200"/>
          </a:p>
          <a:p>
            <a:pPr marL="0" indent="0">
              <a:lnSpc>
                <a:spcPct val="115000"/>
              </a:lnSpc>
              <a:buNone/>
              <a:defRPr sz="1650">
                <a:solidFill>
                  <a:srgbClr val="FFFFFF"/>
                </a:solidFill>
                <a:latin typeface="Noto Sans KR"/>
                <a:ea typeface="Noto Sans KR"/>
                <a:cs typeface="Noto Sans KR"/>
              </a:defRPr>
            </a:pPr>
            <a:r>
              <a:rPr sz="1650" b="1">
                <a:solidFill>
                  <a:srgbClr val="FFFFFF"/>
                </a:solidFill>
                <a:latin typeface="Noto Sans KR"/>
                <a:ea typeface="Noto Sans KR"/>
                <a:cs typeface="Noto Sans KR"/>
              </a:rPr>
              <a:t>업데이트·설정 관리 필요</a:t>
            </a:r>
            <a:endParaRPr sz="1200"/>
          </a:p>
        </p:txBody>
      </p:sp>
      <p:pic>
        <p:nvPicPr>
          <p:cNvPr id="92" name="Image 4"/>
          <p:cNvPicPr>
            <a:picLocks noChangeAspect="1"/>
          </p:cNvPicPr>
          <p:nvPr/>
        </p:nvPicPr>
        <p:blipFill>
          <a:blip r:embed="rId7"/>
          <a:stretch>
            <a:fillRect/>
          </a:stretch>
        </p:blipFill>
        <p:spPr>
          <a:xfrm>
            <a:off x="640080" y="6419088"/>
            <a:ext cx="786384" cy="180137"/>
          </a:xfrm>
          <a:prstGeom prst="rect">
            <a:avLst/>
          </a:prstGeom>
        </p:spPr>
      </p:pic>
      <p:sp>
        <p:nvSpPr>
          <p:cNvPr id="44" name="Text 37">
            <a:extLst>
              <a:ext uri="{FF2B5EF4-FFF2-40B4-BE49-F238E27FC236}">
                <a16:creationId xmlns:a16="http://schemas.microsoft.com/office/drawing/2014/main" id="{7DBAD927-AF18-4B25-8CD0-4D9972D735EF}"/>
              </a:ext>
            </a:extLst>
          </p:cNvPr>
          <p:cNvSpPr>
            <a:spLocks noGrp="1"/>
          </p:cNvSpPr>
          <p:nvPr/>
        </p:nvSpPr>
        <p:spPr>
          <a:xfrm>
            <a:off x="1600200" y="6391656"/>
            <a:ext cx="5943600" cy="256032"/>
          </a:xfrm>
          <a:prstGeom prst="rect">
            <a:avLst/>
          </a:prstGeom>
          <a:noFill/>
        </p:spPr>
        <p:txBody>
          <a:bodyPr wrap="square" lIns="0" tIns="0" rIns="0" bIns="0" anchor="ctr"/>
          <a:lstStyle/>
          <a:p>
            <a:pPr marL="0" indent="0">
              <a:lnSpc>
                <a:spcPct val="115000"/>
              </a:lnSpc>
              <a:buNone/>
            </a:pPr>
            <a:r>
              <a:rPr sz="850" spc="100">
                <a:solidFill>
                  <a:srgbClr val="5B6A6C"/>
                </a:solidFill>
                <a:latin typeface="Noto Sans KR"/>
                <a:ea typeface="Noto Sans KR"/>
                <a:cs typeface="Noto Sans KR"/>
              </a:rPr>
              <a:t>Moves Workforce  ·  PRODUCT INTRODUCTION</a:t>
            </a:r>
            <a:endParaRPr sz="850"/>
          </a:p>
        </p:txBody>
      </p:sp>
      <p:sp>
        <p:nvSpPr>
          <p:cNvPr id="45" name="Text 38">
            <a:extLst>
              <a:ext uri="{FF2B5EF4-FFF2-40B4-BE49-F238E27FC236}">
                <a16:creationId xmlns:a16="http://schemas.microsoft.com/office/drawing/2014/main" id="{40553BE7-613C-4E2B-ACE4-E4DD555FD4DC}"/>
              </a:ext>
            </a:extLst>
          </p:cNvPr>
          <p:cNvSpPr>
            <a:spLocks noGrp="1"/>
          </p:cNvSpPr>
          <p:nvPr/>
        </p:nvSpPr>
        <p:spPr>
          <a:xfrm>
            <a:off x="10088575" y="6391656"/>
            <a:ext cx="1463040" cy="256032"/>
          </a:xfrm>
          <a:prstGeom prst="rect">
            <a:avLst/>
          </a:prstGeom>
          <a:noFill/>
        </p:spPr>
        <p:txBody>
          <a:bodyPr wrap="square" lIns="0" tIns="0" rIns="0" bIns="0" anchor="ctr"/>
          <a:lstStyle/>
          <a:p>
            <a:pPr marL="0" indent="0" algn="r">
              <a:lnSpc>
                <a:spcPct val="115000"/>
              </a:lnSpc>
              <a:buNone/>
              <a:defRPr sz="900">
                <a:latin typeface="Noto Sans KR"/>
                <a:ea typeface="Noto Sans KR"/>
                <a:cs typeface="Noto Sans KR"/>
              </a:defRPr>
            </a:pPr>
            <a:r>
              <a:rPr sz="900" spc="100">
                <a:solidFill>
                  <a:srgbClr val="5B6A6C"/>
                </a:solidFill>
                <a:latin typeface="Noto Sans KR"/>
                <a:ea typeface="Noto Sans KR"/>
                <a:cs typeface="Noto Sans KR"/>
              </a:rPr>
              <a:t>11 / 12</a:t>
            </a:r>
            <a:endParaRPr sz="850"/>
          </a:p>
        </p:txBody>
      </p:sp>
    </p:spTree>
    <p:extLst>
      <p:ext uri="{BB962C8B-B14F-4D97-AF65-F5344CB8AC3E}">
        <p14:creationId xmlns:p14="http://schemas.microsoft.com/office/powerpoint/2010/main" val="9170107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83CCD2"/>
        </a:solidFill>
        <a:effectLst/>
      </p:bgPr>
    </p:bg>
    <p:spTree>
      <p:nvGrpSpPr>
        <p:cNvPr id="1" name=""/>
        <p:cNvGrpSpPr/>
        <p:nvPr/>
      </p:nvGrpSpPr>
      <p:grpSpPr>
        <a:xfrm>
          <a:off x="0" y="0"/>
          <a:ext cx="0" cy="0"/>
          <a:chOff x="0" y="0"/>
          <a:chExt cx="0" cy="0"/>
        </a:xfrm>
      </p:grpSpPr>
      <p:pic>
        <p:nvPicPr>
          <p:cNvPr id="37" name="Image 0"/>
          <p:cNvPicPr>
            <a:picLocks noChangeAspect="1"/>
          </p:cNvPicPr>
          <p:nvPr/>
        </p:nvPicPr>
        <p:blipFill>
          <a:blip r:embed="rId3"/>
          <a:stretch>
            <a:fillRect/>
          </a:stretch>
        </p:blipFill>
        <p:spPr>
          <a:xfrm>
            <a:off x="640080" y="731520"/>
            <a:ext cx="658368" cy="630936"/>
          </a:xfrm>
          <a:prstGeom prst="rect">
            <a:avLst/>
          </a:prstGeom>
        </p:spPr>
      </p:pic>
      <p:sp>
        <p:nvSpPr>
          <p:cNvPr id="3" name="Text 0">
            <a:extLst>
              <a:ext uri="{FF2B5EF4-FFF2-40B4-BE49-F238E27FC236}">
                <a16:creationId xmlns:a16="http://schemas.microsoft.com/office/drawing/2014/main" id="{037A89C8-B609-46D9-90DC-022691193B7B}"/>
              </a:ext>
            </a:extLst>
          </p:cNvPr>
          <p:cNvSpPr>
            <a:spLocks noGrp="1"/>
          </p:cNvSpPr>
          <p:nvPr/>
        </p:nvSpPr>
        <p:spPr>
          <a:xfrm>
            <a:off x="640080" y="1600200"/>
            <a:ext cx="7315200" cy="320040"/>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1200" b="1" spc="300">
                <a:solidFill>
                  <a:srgbClr val="FFFFFF"/>
                </a:solidFill>
                <a:latin typeface="Noto Sans KR"/>
                <a:ea typeface="Noto Sans KR"/>
                <a:cs typeface="Noto Sans KR"/>
              </a:rPr>
              <a:t>DEMO &amp; CONSULTATION</a:t>
            </a:r>
            <a:endParaRPr sz="1200"/>
          </a:p>
        </p:txBody>
      </p:sp>
      <p:sp>
        <p:nvSpPr>
          <p:cNvPr id="4" name="Text 1">
            <a:extLst>
              <a:ext uri="{FF2B5EF4-FFF2-40B4-BE49-F238E27FC236}">
                <a16:creationId xmlns:a16="http://schemas.microsoft.com/office/drawing/2014/main" id="{D0606791-74C7-4A1D-868F-A5AFD484EAD8}"/>
              </a:ext>
            </a:extLst>
          </p:cNvPr>
          <p:cNvSpPr>
            <a:spLocks noGrp="1"/>
          </p:cNvSpPr>
          <p:nvPr/>
        </p:nvSpPr>
        <p:spPr>
          <a:xfrm>
            <a:off x="640080" y="1965960"/>
            <a:ext cx="10058400" cy="822960"/>
          </a:xfrm>
          <a:prstGeom prst="rect">
            <a:avLst/>
          </a:prstGeom>
          <a:noFill/>
        </p:spPr>
        <p:txBody>
          <a:bodyPr wrap="square" lIns="0" tIns="0" rIns="0" bIns="0" anchor="ctr">
            <a:noAutofit/>
          </a:bodyPr>
          <a:lstStyle/>
          <a:p>
            <a:pPr marL="0" indent="0">
              <a:lnSpc>
                <a:spcPct val="115000"/>
              </a:lnSpc>
              <a:buNone/>
              <a:defRPr sz="3375" b="1">
                <a:solidFill>
                  <a:srgbClr val="172A2D"/>
                </a:solidFill>
                <a:latin typeface="Noto Sans KR"/>
                <a:ea typeface="Noto Sans KR"/>
                <a:cs typeface="Noto Sans KR"/>
              </a:defRPr>
            </a:pPr>
            <a:r>
              <a:rPr sz="3375" b="1">
                <a:solidFill>
                  <a:srgbClr val="172A2D"/>
                </a:solidFill>
                <a:latin typeface="Noto Sans KR"/>
                <a:ea typeface="Noto Sans KR"/>
                <a:cs typeface="Noto Sans KR"/>
              </a:rPr>
              <a:t>대표 프로젝트 하나로 적용을 검토합니다</a:t>
            </a:r>
            <a:endParaRPr sz="3800"/>
          </a:p>
        </p:txBody>
      </p:sp>
      <p:sp>
        <p:nvSpPr>
          <p:cNvPr id="5" name="Shape 2">
            <a:extLst>
              <a:ext uri="{FF2B5EF4-FFF2-40B4-BE49-F238E27FC236}">
                <a16:creationId xmlns:a16="http://schemas.microsoft.com/office/drawing/2014/main" id="{66353FBD-2B90-42D3-90F8-A93E196CBE40}"/>
              </a:ext>
            </a:extLst>
          </p:cNvPr>
          <p:cNvSpPr>
            <a:spLocks noGrp="1"/>
          </p:cNvSpPr>
          <p:nvPr/>
        </p:nvSpPr>
        <p:spPr>
          <a:xfrm>
            <a:off x="640080" y="3200400"/>
            <a:ext cx="2453564" cy="1554480"/>
          </a:xfrm>
          <a:prstGeom prst="roundRect">
            <a:avLst>
              <a:gd name="adj" fmla="val 5294"/>
            </a:avLst>
          </a:prstGeom>
          <a:solidFill>
            <a:srgbClr val="FFFFFF"/>
          </a:solidFill>
          <a:effectLst>
            <a:outerShdw blurRad="101600" dist="38100" dir="5400000" algn="bl" rotWithShape="0">
              <a:srgbClr val="2C7E82">
                <a:alpha val="22000"/>
              </a:srgbClr>
            </a:outerShdw>
          </a:effectLst>
        </p:spPr>
        <p:txBody>
          <a:bodyPr/>
          <a:lstStyle/>
          <a:p>
            <a:endParaRPr lang="ko-KR" altLang="en-US"/>
          </a:p>
        </p:txBody>
      </p:sp>
      <p:sp>
        <p:nvSpPr>
          <p:cNvPr id="6" name="Shape 3">
            <a:extLst>
              <a:ext uri="{FF2B5EF4-FFF2-40B4-BE49-F238E27FC236}">
                <a16:creationId xmlns:a16="http://schemas.microsoft.com/office/drawing/2014/main" id="{3797E387-AF2E-462F-812B-D24E27C90E4D}"/>
              </a:ext>
            </a:extLst>
          </p:cNvPr>
          <p:cNvSpPr>
            <a:spLocks noGrp="1"/>
          </p:cNvSpPr>
          <p:nvPr/>
        </p:nvSpPr>
        <p:spPr>
          <a:xfrm>
            <a:off x="914400" y="3456432"/>
            <a:ext cx="548640" cy="548640"/>
          </a:xfrm>
          <a:prstGeom prst="ellipse">
            <a:avLst/>
          </a:prstGeom>
          <a:solidFill>
            <a:srgbClr val="D6EEF0"/>
          </a:solidFill>
        </p:spPr>
        <p:txBody>
          <a:bodyPr/>
          <a:lstStyle/>
          <a:p>
            <a:endParaRPr lang="ko-KR" altLang="en-US"/>
          </a:p>
        </p:txBody>
      </p:sp>
      <p:pic>
        <p:nvPicPr>
          <p:cNvPr id="42" name="Image 1"/>
          <p:cNvPicPr>
            <a:picLocks noChangeAspect="1"/>
          </p:cNvPicPr>
          <p:nvPr/>
        </p:nvPicPr>
        <p:blipFill>
          <a:blip r:embed="rId4"/>
          <a:stretch>
            <a:fillRect/>
          </a:stretch>
        </p:blipFill>
        <p:spPr>
          <a:xfrm>
            <a:off x="1062533" y="3604565"/>
            <a:ext cx="252374" cy="252374"/>
          </a:xfrm>
          <a:prstGeom prst="rect">
            <a:avLst/>
          </a:prstGeom>
        </p:spPr>
      </p:pic>
      <p:sp>
        <p:nvSpPr>
          <p:cNvPr id="8" name="Text 4">
            <a:extLst>
              <a:ext uri="{FF2B5EF4-FFF2-40B4-BE49-F238E27FC236}">
                <a16:creationId xmlns:a16="http://schemas.microsoft.com/office/drawing/2014/main" id="{4038C3CF-1582-4749-A2E7-035C5DCD0FD9}"/>
              </a:ext>
            </a:extLst>
          </p:cNvPr>
          <p:cNvSpPr>
            <a:spLocks noGrp="1"/>
          </p:cNvSpPr>
          <p:nvPr/>
        </p:nvSpPr>
        <p:spPr>
          <a:xfrm>
            <a:off x="914400" y="4114800"/>
            <a:ext cx="1996364" cy="274320"/>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1400" b="1">
                <a:solidFill>
                  <a:srgbClr val="17282B"/>
                </a:solidFill>
                <a:latin typeface="Noto Sans KR"/>
                <a:ea typeface="Noto Sans KR"/>
                <a:cs typeface="Noto Sans KR"/>
              </a:rPr>
              <a:t>대상 선정</a:t>
            </a:r>
            <a:endParaRPr sz="1400"/>
          </a:p>
        </p:txBody>
      </p:sp>
      <p:sp>
        <p:nvSpPr>
          <p:cNvPr id="9" name="Text 5">
            <a:extLst>
              <a:ext uri="{FF2B5EF4-FFF2-40B4-BE49-F238E27FC236}">
                <a16:creationId xmlns:a16="http://schemas.microsoft.com/office/drawing/2014/main" id="{B56754D1-FDCB-493B-953A-CAAFACA0DAE9}"/>
              </a:ext>
            </a:extLst>
          </p:cNvPr>
          <p:cNvSpPr>
            <a:spLocks noGrp="1"/>
          </p:cNvSpPr>
          <p:nvPr/>
        </p:nvSpPr>
        <p:spPr>
          <a:xfrm>
            <a:off x="914400" y="4407408"/>
            <a:ext cx="1996364" cy="274320"/>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1000">
                <a:solidFill>
                  <a:srgbClr val="5B6A6C"/>
                </a:solidFill>
                <a:latin typeface="Noto Sans KR"/>
                <a:ea typeface="Noto Sans KR"/>
                <a:cs typeface="Noto Sans KR"/>
              </a:rPr>
              <a:t>운영 질문이 있는 프로젝트</a:t>
            </a:r>
            <a:endParaRPr sz="1000"/>
          </a:p>
        </p:txBody>
      </p:sp>
      <p:sp>
        <p:nvSpPr>
          <p:cNvPr id="10" name="Shape 6">
            <a:extLst>
              <a:ext uri="{FF2B5EF4-FFF2-40B4-BE49-F238E27FC236}">
                <a16:creationId xmlns:a16="http://schemas.microsoft.com/office/drawing/2014/main" id="{819E46CB-E611-4331-B003-5AF6F9A728DE}"/>
              </a:ext>
            </a:extLst>
          </p:cNvPr>
          <p:cNvSpPr>
            <a:spLocks noGrp="1"/>
          </p:cNvSpPr>
          <p:nvPr/>
        </p:nvSpPr>
        <p:spPr>
          <a:xfrm>
            <a:off x="3459404" y="3200400"/>
            <a:ext cx="2453564" cy="1554480"/>
          </a:xfrm>
          <a:prstGeom prst="roundRect">
            <a:avLst>
              <a:gd name="adj" fmla="val 5294"/>
            </a:avLst>
          </a:prstGeom>
          <a:solidFill>
            <a:srgbClr val="FFFFFF"/>
          </a:solidFill>
          <a:effectLst>
            <a:outerShdw blurRad="101600" dist="38100" dir="5400000" algn="bl" rotWithShape="0">
              <a:srgbClr val="2C7E82">
                <a:alpha val="22000"/>
              </a:srgbClr>
            </a:outerShdw>
          </a:effectLst>
        </p:spPr>
        <p:txBody>
          <a:bodyPr/>
          <a:lstStyle/>
          <a:p>
            <a:endParaRPr lang="ko-KR" altLang="en-US"/>
          </a:p>
        </p:txBody>
      </p:sp>
      <p:sp>
        <p:nvSpPr>
          <p:cNvPr id="11" name="Shape 7">
            <a:extLst>
              <a:ext uri="{FF2B5EF4-FFF2-40B4-BE49-F238E27FC236}">
                <a16:creationId xmlns:a16="http://schemas.microsoft.com/office/drawing/2014/main" id="{41E3F1B0-3E1E-4CFB-9B77-179752344F21}"/>
              </a:ext>
            </a:extLst>
          </p:cNvPr>
          <p:cNvSpPr>
            <a:spLocks noGrp="1"/>
          </p:cNvSpPr>
          <p:nvPr/>
        </p:nvSpPr>
        <p:spPr>
          <a:xfrm>
            <a:off x="3733724" y="3456432"/>
            <a:ext cx="548640" cy="548640"/>
          </a:xfrm>
          <a:prstGeom prst="ellipse">
            <a:avLst/>
          </a:prstGeom>
          <a:solidFill>
            <a:srgbClr val="D6EEF0"/>
          </a:solidFill>
        </p:spPr>
        <p:txBody>
          <a:bodyPr/>
          <a:lstStyle/>
          <a:p>
            <a:endParaRPr lang="ko-KR" altLang="en-US"/>
          </a:p>
        </p:txBody>
      </p:sp>
      <p:pic>
        <p:nvPicPr>
          <p:cNvPr id="47" name="Image 2"/>
          <p:cNvPicPr>
            <a:picLocks noChangeAspect="1"/>
          </p:cNvPicPr>
          <p:nvPr/>
        </p:nvPicPr>
        <p:blipFill>
          <a:blip r:embed="rId5"/>
          <a:stretch>
            <a:fillRect/>
          </a:stretch>
        </p:blipFill>
        <p:spPr>
          <a:xfrm>
            <a:off x="3881857" y="3604565"/>
            <a:ext cx="252374" cy="252374"/>
          </a:xfrm>
          <a:prstGeom prst="rect">
            <a:avLst/>
          </a:prstGeom>
        </p:spPr>
      </p:pic>
      <p:sp>
        <p:nvSpPr>
          <p:cNvPr id="13" name="Text 8">
            <a:extLst>
              <a:ext uri="{FF2B5EF4-FFF2-40B4-BE49-F238E27FC236}">
                <a16:creationId xmlns:a16="http://schemas.microsoft.com/office/drawing/2014/main" id="{EFA41399-3F86-4687-BC70-FA874B80CCE8}"/>
              </a:ext>
            </a:extLst>
          </p:cNvPr>
          <p:cNvSpPr>
            <a:spLocks noGrp="1"/>
          </p:cNvSpPr>
          <p:nvPr/>
        </p:nvSpPr>
        <p:spPr>
          <a:xfrm>
            <a:off x="3733724" y="4114800"/>
            <a:ext cx="1996364" cy="274320"/>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1400" b="1">
                <a:solidFill>
                  <a:srgbClr val="17282B"/>
                </a:solidFill>
                <a:latin typeface="Noto Sans KR"/>
                <a:ea typeface="Noto Sans KR"/>
                <a:cs typeface="Noto Sans KR"/>
              </a:rPr>
              <a:t>데이터 준비</a:t>
            </a:r>
            <a:endParaRPr sz="1400"/>
          </a:p>
        </p:txBody>
      </p:sp>
      <p:sp>
        <p:nvSpPr>
          <p:cNvPr id="14" name="Text 9">
            <a:extLst>
              <a:ext uri="{FF2B5EF4-FFF2-40B4-BE49-F238E27FC236}">
                <a16:creationId xmlns:a16="http://schemas.microsoft.com/office/drawing/2014/main" id="{7CFD502E-12B2-4B21-8875-BE0CC6D2A9DB}"/>
              </a:ext>
            </a:extLst>
          </p:cNvPr>
          <p:cNvSpPr>
            <a:spLocks noGrp="1"/>
          </p:cNvSpPr>
          <p:nvPr/>
        </p:nvSpPr>
        <p:spPr>
          <a:xfrm>
            <a:off x="3733724" y="4407408"/>
            <a:ext cx="1996364" cy="274320"/>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1000">
                <a:solidFill>
                  <a:srgbClr val="5B6A6C"/>
                </a:solidFill>
                <a:latin typeface="Noto Sans KR"/>
                <a:ea typeface="Noto Sans KR"/>
                <a:cs typeface="Noto Sans KR"/>
              </a:rPr>
              <a:t>근무 기준·계획 공수·기록</a:t>
            </a:r>
            <a:endParaRPr sz="1000"/>
          </a:p>
        </p:txBody>
      </p:sp>
      <p:sp>
        <p:nvSpPr>
          <p:cNvPr id="15" name="Shape 10">
            <a:extLst>
              <a:ext uri="{FF2B5EF4-FFF2-40B4-BE49-F238E27FC236}">
                <a16:creationId xmlns:a16="http://schemas.microsoft.com/office/drawing/2014/main" id="{C0B556EF-3D8E-4DBC-A1F6-6D5E6AE2F5E4}"/>
              </a:ext>
            </a:extLst>
          </p:cNvPr>
          <p:cNvSpPr>
            <a:spLocks noGrp="1"/>
          </p:cNvSpPr>
          <p:nvPr/>
        </p:nvSpPr>
        <p:spPr>
          <a:xfrm>
            <a:off x="6278728" y="3200400"/>
            <a:ext cx="2453564" cy="1554480"/>
          </a:xfrm>
          <a:prstGeom prst="roundRect">
            <a:avLst>
              <a:gd name="adj" fmla="val 5294"/>
            </a:avLst>
          </a:prstGeom>
          <a:solidFill>
            <a:srgbClr val="FFFFFF"/>
          </a:solidFill>
          <a:effectLst>
            <a:outerShdw blurRad="101600" dist="38100" dir="5400000" algn="bl" rotWithShape="0">
              <a:srgbClr val="2C7E82">
                <a:alpha val="22000"/>
              </a:srgbClr>
            </a:outerShdw>
          </a:effectLst>
        </p:spPr>
        <p:txBody>
          <a:bodyPr/>
          <a:lstStyle/>
          <a:p>
            <a:endParaRPr lang="ko-KR" altLang="en-US"/>
          </a:p>
        </p:txBody>
      </p:sp>
      <p:sp>
        <p:nvSpPr>
          <p:cNvPr id="16" name="Shape 11">
            <a:extLst>
              <a:ext uri="{FF2B5EF4-FFF2-40B4-BE49-F238E27FC236}">
                <a16:creationId xmlns:a16="http://schemas.microsoft.com/office/drawing/2014/main" id="{7A77010D-2F84-474E-BECC-4836B3D27BE2}"/>
              </a:ext>
            </a:extLst>
          </p:cNvPr>
          <p:cNvSpPr>
            <a:spLocks noGrp="1"/>
          </p:cNvSpPr>
          <p:nvPr/>
        </p:nvSpPr>
        <p:spPr>
          <a:xfrm>
            <a:off x="6553048" y="3456432"/>
            <a:ext cx="548640" cy="548640"/>
          </a:xfrm>
          <a:prstGeom prst="ellipse">
            <a:avLst/>
          </a:prstGeom>
          <a:solidFill>
            <a:srgbClr val="D6EEF0"/>
          </a:solidFill>
        </p:spPr>
        <p:txBody>
          <a:bodyPr/>
          <a:lstStyle/>
          <a:p>
            <a:endParaRPr lang="ko-KR" altLang="en-US"/>
          </a:p>
        </p:txBody>
      </p:sp>
      <p:pic>
        <p:nvPicPr>
          <p:cNvPr id="52" name="Image 3"/>
          <p:cNvPicPr>
            <a:picLocks noChangeAspect="1"/>
          </p:cNvPicPr>
          <p:nvPr/>
        </p:nvPicPr>
        <p:blipFill>
          <a:blip r:embed="rId6"/>
          <a:stretch>
            <a:fillRect/>
          </a:stretch>
        </p:blipFill>
        <p:spPr>
          <a:xfrm>
            <a:off x="6701180" y="3604565"/>
            <a:ext cx="252374" cy="252374"/>
          </a:xfrm>
          <a:prstGeom prst="rect">
            <a:avLst/>
          </a:prstGeom>
        </p:spPr>
      </p:pic>
      <p:sp>
        <p:nvSpPr>
          <p:cNvPr id="18" name="Text 12">
            <a:extLst>
              <a:ext uri="{FF2B5EF4-FFF2-40B4-BE49-F238E27FC236}">
                <a16:creationId xmlns:a16="http://schemas.microsoft.com/office/drawing/2014/main" id="{BA84B428-AE3C-4EDC-A211-CBD22CA0266E}"/>
              </a:ext>
            </a:extLst>
          </p:cNvPr>
          <p:cNvSpPr>
            <a:spLocks noGrp="1"/>
          </p:cNvSpPr>
          <p:nvPr/>
        </p:nvSpPr>
        <p:spPr>
          <a:xfrm>
            <a:off x="6553048" y="4114800"/>
            <a:ext cx="1996364" cy="274320"/>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1400" b="1">
                <a:solidFill>
                  <a:srgbClr val="17282B"/>
                </a:solidFill>
                <a:latin typeface="Noto Sans KR"/>
                <a:ea typeface="Noto Sans KR"/>
                <a:cs typeface="Noto Sans KR"/>
              </a:rPr>
              <a:t>보고 대조</a:t>
            </a:r>
            <a:endParaRPr sz="1400"/>
          </a:p>
        </p:txBody>
      </p:sp>
      <p:sp>
        <p:nvSpPr>
          <p:cNvPr id="19" name="Text 13">
            <a:extLst>
              <a:ext uri="{FF2B5EF4-FFF2-40B4-BE49-F238E27FC236}">
                <a16:creationId xmlns:a16="http://schemas.microsoft.com/office/drawing/2014/main" id="{572F3173-2EEE-484E-BEA4-E34E0F53D48A}"/>
              </a:ext>
            </a:extLst>
          </p:cNvPr>
          <p:cNvSpPr>
            <a:spLocks noGrp="1"/>
          </p:cNvSpPr>
          <p:nvPr/>
        </p:nvSpPr>
        <p:spPr>
          <a:xfrm>
            <a:off x="6553048" y="4407408"/>
            <a:ext cx="1996364" cy="274320"/>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1000">
                <a:solidFill>
                  <a:srgbClr val="5B6A6C"/>
                </a:solidFill>
                <a:latin typeface="Noto Sans KR"/>
                <a:ea typeface="Noto Sans KR"/>
                <a:cs typeface="Noto Sans KR"/>
              </a:rPr>
              <a:t>공수·진척·인력 부하 비교</a:t>
            </a:r>
            <a:endParaRPr sz="1000"/>
          </a:p>
        </p:txBody>
      </p:sp>
      <p:sp>
        <p:nvSpPr>
          <p:cNvPr id="20" name="Shape 14">
            <a:extLst>
              <a:ext uri="{FF2B5EF4-FFF2-40B4-BE49-F238E27FC236}">
                <a16:creationId xmlns:a16="http://schemas.microsoft.com/office/drawing/2014/main" id="{2049F232-05E3-43E3-B3FA-EB0614DD0BBF}"/>
              </a:ext>
            </a:extLst>
          </p:cNvPr>
          <p:cNvSpPr>
            <a:spLocks noGrp="1"/>
          </p:cNvSpPr>
          <p:nvPr/>
        </p:nvSpPr>
        <p:spPr>
          <a:xfrm>
            <a:off x="9098051" y="3200400"/>
            <a:ext cx="2453564" cy="1554480"/>
          </a:xfrm>
          <a:prstGeom prst="roundRect">
            <a:avLst>
              <a:gd name="adj" fmla="val 5294"/>
            </a:avLst>
          </a:prstGeom>
          <a:solidFill>
            <a:srgbClr val="2C7E82"/>
          </a:solidFill>
          <a:ln w="15875">
            <a:solidFill>
              <a:srgbClr val="FFFFFF"/>
            </a:solidFill>
            <a:prstDash val="dash"/>
          </a:ln>
          <a:effectLst>
            <a:outerShdw blurRad="101600" dist="38100" dir="5400000" algn="bl" rotWithShape="0">
              <a:srgbClr val="2C7E82">
                <a:alpha val="22000"/>
              </a:srgbClr>
            </a:outerShdw>
          </a:effectLst>
        </p:spPr>
        <p:txBody>
          <a:bodyPr/>
          <a:lstStyle/>
          <a:p>
            <a:endParaRPr lang="ko-KR" altLang="en-US"/>
          </a:p>
        </p:txBody>
      </p:sp>
      <p:sp>
        <p:nvSpPr>
          <p:cNvPr id="21" name="Shape 15">
            <a:extLst>
              <a:ext uri="{FF2B5EF4-FFF2-40B4-BE49-F238E27FC236}">
                <a16:creationId xmlns:a16="http://schemas.microsoft.com/office/drawing/2014/main" id="{DD8CBD29-46E2-433C-8CDA-8734479C23D3}"/>
              </a:ext>
            </a:extLst>
          </p:cNvPr>
          <p:cNvSpPr>
            <a:spLocks noGrp="1"/>
          </p:cNvSpPr>
          <p:nvPr/>
        </p:nvSpPr>
        <p:spPr>
          <a:xfrm>
            <a:off x="9372371" y="3456432"/>
            <a:ext cx="548640" cy="548640"/>
          </a:xfrm>
          <a:prstGeom prst="ellipse">
            <a:avLst/>
          </a:prstGeom>
          <a:solidFill>
            <a:srgbClr val="FFFFFF"/>
          </a:solidFill>
        </p:spPr>
        <p:txBody>
          <a:bodyPr/>
          <a:lstStyle/>
          <a:p>
            <a:endParaRPr lang="ko-KR" altLang="en-US"/>
          </a:p>
        </p:txBody>
      </p:sp>
      <p:pic>
        <p:nvPicPr>
          <p:cNvPr id="57" name="Image 4"/>
          <p:cNvPicPr>
            <a:picLocks noChangeAspect="1"/>
          </p:cNvPicPr>
          <p:nvPr/>
        </p:nvPicPr>
        <p:blipFill>
          <a:blip r:embed="rId7"/>
          <a:stretch>
            <a:fillRect/>
          </a:stretch>
        </p:blipFill>
        <p:spPr>
          <a:xfrm>
            <a:off x="9520504" y="3604565"/>
            <a:ext cx="252374" cy="252374"/>
          </a:xfrm>
          <a:prstGeom prst="rect">
            <a:avLst/>
          </a:prstGeom>
        </p:spPr>
      </p:pic>
      <p:sp>
        <p:nvSpPr>
          <p:cNvPr id="23" name="Text 16">
            <a:extLst>
              <a:ext uri="{FF2B5EF4-FFF2-40B4-BE49-F238E27FC236}">
                <a16:creationId xmlns:a16="http://schemas.microsoft.com/office/drawing/2014/main" id="{092400A0-4CD2-4E70-B917-C35F5103DA28}"/>
              </a:ext>
            </a:extLst>
          </p:cNvPr>
          <p:cNvSpPr>
            <a:spLocks noGrp="1"/>
          </p:cNvSpPr>
          <p:nvPr/>
        </p:nvSpPr>
        <p:spPr>
          <a:xfrm>
            <a:off x="10682935" y="3401568"/>
            <a:ext cx="685800" cy="256032"/>
          </a:xfrm>
          <a:prstGeom prst="rect">
            <a:avLst/>
          </a:prstGeom>
          <a:noFill/>
        </p:spPr>
        <p:txBody>
          <a:bodyPr wrap="square" lIns="0" tIns="0" rIns="0" bIns="0" anchor="ctr">
            <a:noAutofit/>
          </a:bodyPr>
          <a:lstStyle/>
          <a:p>
            <a:pPr marL="0" indent="0" algn="r">
              <a:lnSpc>
                <a:spcPct val="115000"/>
              </a:lnSpc>
              <a:buNone/>
              <a:defRPr>
                <a:latin typeface="Noto Sans KR"/>
                <a:ea typeface="Noto Sans KR"/>
                <a:cs typeface="Noto Sans KR"/>
              </a:defRPr>
            </a:pPr>
            <a:r>
              <a:rPr sz="900" b="1" spc="200">
                <a:solidFill>
                  <a:srgbClr val="83CCD2"/>
                </a:solidFill>
                <a:latin typeface="Noto Sans KR"/>
                <a:ea typeface="Noto Sans KR"/>
                <a:cs typeface="Noto Sans KR"/>
              </a:rPr>
              <a:t>NEXT</a:t>
            </a:r>
            <a:endParaRPr sz="900"/>
          </a:p>
        </p:txBody>
      </p:sp>
      <p:sp>
        <p:nvSpPr>
          <p:cNvPr id="24" name="Text 17">
            <a:extLst>
              <a:ext uri="{FF2B5EF4-FFF2-40B4-BE49-F238E27FC236}">
                <a16:creationId xmlns:a16="http://schemas.microsoft.com/office/drawing/2014/main" id="{7B99A347-9DAE-4BE0-991A-83CF49DD8546}"/>
              </a:ext>
            </a:extLst>
          </p:cNvPr>
          <p:cNvSpPr>
            <a:spLocks noGrp="1"/>
          </p:cNvSpPr>
          <p:nvPr/>
        </p:nvSpPr>
        <p:spPr>
          <a:xfrm>
            <a:off x="9372371" y="4114800"/>
            <a:ext cx="1996364" cy="274320"/>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1400" b="1">
                <a:solidFill>
                  <a:srgbClr val="FFFFFF"/>
                </a:solidFill>
                <a:latin typeface="Noto Sans KR"/>
                <a:ea typeface="Noto Sans KR"/>
                <a:cs typeface="Noto Sans KR"/>
              </a:rPr>
              <a:t>확대 검토</a:t>
            </a:r>
            <a:endParaRPr sz="1400"/>
          </a:p>
        </p:txBody>
      </p:sp>
      <p:sp>
        <p:nvSpPr>
          <p:cNvPr id="25" name="Text 18">
            <a:extLst>
              <a:ext uri="{FF2B5EF4-FFF2-40B4-BE49-F238E27FC236}">
                <a16:creationId xmlns:a16="http://schemas.microsoft.com/office/drawing/2014/main" id="{9FE124DC-4408-4844-A848-564AAC2F4970}"/>
              </a:ext>
            </a:extLst>
          </p:cNvPr>
          <p:cNvSpPr>
            <a:spLocks noGrp="1"/>
          </p:cNvSpPr>
          <p:nvPr/>
        </p:nvSpPr>
        <p:spPr>
          <a:xfrm>
            <a:off x="9372371" y="4407408"/>
            <a:ext cx="1996364" cy="274320"/>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1000">
                <a:solidFill>
                  <a:srgbClr val="DCF1F2"/>
                </a:solidFill>
                <a:latin typeface="Noto Sans KR"/>
                <a:ea typeface="Noto Sans KR"/>
                <a:cs typeface="Noto Sans KR"/>
              </a:rPr>
              <a:t>업무 흐름·권한 확인</a:t>
            </a:r>
            <a:endParaRPr sz="1000"/>
          </a:p>
        </p:txBody>
      </p:sp>
      <p:sp>
        <p:nvSpPr>
          <p:cNvPr id="26" name="Shape 19">
            <a:extLst>
              <a:ext uri="{FF2B5EF4-FFF2-40B4-BE49-F238E27FC236}">
                <a16:creationId xmlns:a16="http://schemas.microsoft.com/office/drawing/2014/main" id="{8743DB49-CDC5-40FF-B19B-46BCDA28E508}"/>
              </a:ext>
            </a:extLst>
          </p:cNvPr>
          <p:cNvSpPr>
            <a:spLocks noGrp="1"/>
          </p:cNvSpPr>
          <p:nvPr/>
        </p:nvSpPr>
        <p:spPr>
          <a:xfrm>
            <a:off x="640080" y="5166360"/>
            <a:ext cx="10911535" cy="914400"/>
          </a:xfrm>
          <a:prstGeom prst="roundRect">
            <a:avLst>
              <a:gd name="adj" fmla="val 10000"/>
            </a:avLst>
          </a:prstGeom>
          <a:solidFill>
            <a:srgbClr val="2C7E82"/>
          </a:solidFill>
        </p:spPr>
        <p:txBody>
          <a:bodyPr/>
          <a:lstStyle/>
          <a:p>
            <a:endParaRPr lang="ko-KR" altLang="en-US"/>
          </a:p>
        </p:txBody>
      </p:sp>
      <p:pic>
        <p:nvPicPr>
          <p:cNvPr id="62" name="Image 5"/>
          <p:cNvPicPr>
            <a:picLocks noChangeAspect="1"/>
          </p:cNvPicPr>
          <p:nvPr/>
        </p:nvPicPr>
        <p:blipFill>
          <a:blip r:embed="rId8"/>
          <a:stretch>
            <a:fillRect/>
          </a:stretch>
        </p:blipFill>
        <p:spPr>
          <a:xfrm>
            <a:off x="1005840" y="5440680"/>
            <a:ext cx="1280160" cy="292608"/>
          </a:xfrm>
          <a:prstGeom prst="rect">
            <a:avLst/>
          </a:prstGeom>
        </p:spPr>
      </p:pic>
      <p:sp>
        <p:nvSpPr>
          <p:cNvPr id="28" name="Text 20">
            <a:extLst>
              <a:ext uri="{FF2B5EF4-FFF2-40B4-BE49-F238E27FC236}">
                <a16:creationId xmlns:a16="http://schemas.microsoft.com/office/drawing/2014/main" id="{23359712-0ABF-40EB-9B99-AD4AD6DFDFD5}"/>
              </a:ext>
            </a:extLst>
          </p:cNvPr>
          <p:cNvSpPr>
            <a:spLocks noGrp="1"/>
          </p:cNvSpPr>
          <p:nvPr/>
        </p:nvSpPr>
        <p:spPr>
          <a:xfrm>
            <a:off x="2647950" y="5172075"/>
            <a:ext cx="4895850" cy="914400"/>
          </a:xfrm>
          <a:prstGeom prst="rect">
            <a:avLst/>
          </a:prstGeom>
          <a:noFill/>
        </p:spPr>
        <p:txBody>
          <a:bodyPr wrap="square" lIns="0" tIns="0" rIns="0" bIns="0" anchor="ctr">
            <a:noAutofit/>
          </a:bodyPr>
          <a:lstStyle/>
          <a:p>
            <a:pPr marL="0" indent="0">
              <a:lnSpc>
                <a:spcPct val="115000"/>
              </a:lnSpc>
              <a:buNone/>
              <a:defRPr sz="1725" b="1">
                <a:solidFill>
                  <a:srgbClr val="FFFFFF"/>
                </a:solidFill>
                <a:latin typeface="Noto Sans KR"/>
                <a:ea typeface="Noto Sans KR"/>
                <a:cs typeface="Noto Sans KR"/>
              </a:defRPr>
            </a:pPr>
            <a:r>
              <a:rPr sz="1725" b="1">
                <a:solidFill>
                  <a:srgbClr val="FFFFFF"/>
                </a:solidFill>
                <a:latin typeface="Noto Sans KR"/>
                <a:ea typeface="Noto Sans KR"/>
                <a:cs typeface="Noto Sans KR"/>
              </a:rPr>
              <a:t>Jira의 업무 기록을</a:t>
            </a:r>
            <a:endParaRPr sz="1250"/>
          </a:p>
          <a:p>
            <a:pPr marL="0" indent="0">
              <a:lnSpc>
                <a:spcPct val="115000"/>
              </a:lnSpc>
              <a:buNone/>
              <a:defRPr sz="1725" b="1">
                <a:solidFill>
                  <a:srgbClr val="FFFFFF"/>
                </a:solidFill>
                <a:latin typeface="Noto Sans KR"/>
                <a:ea typeface="Noto Sans KR"/>
                <a:cs typeface="Noto Sans KR"/>
              </a:defRPr>
            </a:pPr>
            <a:r>
              <a:rPr sz="1725" b="1">
                <a:solidFill>
                  <a:srgbClr val="FFFFFF"/>
                </a:solidFill>
                <a:latin typeface="Noto Sans KR"/>
                <a:ea typeface="Noto Sans KR"/>
                <a:cs typeface="Noto Sans KR"/>
              </a:rPr>
              <a:t>인력·공수·진척·비용의 판단 근거로.</a:t>
            </a:r>
            <a:endParaRPr sz="1250"/>
          </a:p>
        </p:txBody>
      </p:sp>
      <p:sp>
        <p:nvSpPr>
          <p:cNvPr id="29" name="Text 21">
            <a:extLst>
              <a:ext uri="{FF2B5EF4-FFF2-40B4-BE49-F238E27FC236}">
                <a16:creationId xmlns:a16="http://schemas.microsoft.com/office/drawing/2014/main" id="{02F0EEC2-3FAC-4AEB-984C-005DCF46EE4F}"/>
              </a:ext>
            </a:extLst>
          </p:cNvPr>
          <p:cNvSpPr>
            <a:spLocks noGrp="1"/>
          </p:cNvSpPr>
          <p:nvPr/>
        </p:nvSpPr>
        <p:spPr>
          <a:xfrm>
            <a:off x="7896225" y="5172075"/>
            <a:ext cx="3343275" cy="914400"/>
          </a:xfrm>
          <a:prstGeom prst="rect">
            <a:avLst/>
          </a:prstGeom>
          <a:noFill/>
        </p:spPr>
        <p:txBody>
          <a:bodyPr wrap="square" lIns="0" tIns="0" rIns="0" bIns="0" anchor="ctr">
            <a:noAutofit/>
          </a:bodyPr>
          <a:lstStyle/>
          <a:p>
            <a:pPr marL="0" indent="0" algn="r">
              <a:lnSpc>
                <a:spcPct val="115000"/>
              </a:lnSpc>
              <a:buNone/>
              <a:defRPr sz="1575">
                <a:solidFill>
                  <a:srgbClr val="FFFFFF"/>
                </a:solidFill>
                <a:latin typeface="Noto Sans KR"/>
                <a:ea typeface="Noto Sans KR"/>
                <a:cs typeface="Noto Sans KR"/>
              </a:defRPr>
            </a:pPr>
            <a:r>
              <a:rPr sz="1575" b="1">
                <a:solidFill>
                  <a:srgbClr val="FFFFFF"/>
                </a:solidFill>
                <a:latin typeface="Noto Sans KR"/>
                <a:ea typeface="Noto Sans KR"/>
                <a:cs typeface="Noto Sans KR"/>
              </a:rPr>
              <a:t>데모·적용 상담</a:t>
            </a:r>
            <a:endParaRPr sz="1100"/>
          </a:p>
          <a:p>
            <a:pPr marL="0" indent="0" algn="r">
              <a:lnSpc>
                <a:spcPct val="115000"/>
              </a:lnSpc>
              <a:buNone/>
              <a:defRPr sz="1575">
                <a:solidFill>
                  <a:srgbClr val="FFFFFF"/>
                </a:solidFill>
                <a:latin typeface="Noto Sans KR"/>
                <a:ea typeface="Noto Sans KR"/>
                <a:cs typeface="Noto Sans KR"/>
              </a:defRPr>
            </a:pPr>
            <a:r>
              <a:rPr sz="1575" b="1">
                <a:solidFill>
                  <a:srgbClr val="FFFFFF"/>
                </a:solidFill>
                <a:latin typeface="Noto Sans KR"/>
                <a:ea typeface="Noto Sans KR"/>
                <a:cs typeface="Noto Sans KR"/>
              </a:rPr>
              <a:t>[확인된 연락처 입력 예정]</a:t>
            </a:r>
            <a:endParaRPr sz="1100"/>
          </a:p>
        </p:txBody>
      </p:sp>
      <p:sp>
        <p:nvSpPr>
          <p:cNvPr id="30" name="Text 22">
            <a:extLst>
              <a:ext uri="{FF2B5EF4-FFF2-40B4-BE49-F238E27FC236}">
                <a16:creationId xmlns:a16="http://schemas.microsoft.com/office/drawing/2014/main" id="{19AECF8E-2639-44B2-AC0C-7A07C10BEB8D}"/>
              </a:ext>
            </a:extLst>
          </p:cNvPr>
          <p:cNvSpPr>
            <a:spLocks noGrp="1"/>
          </p:cNvSpPr>
          <p:nvPr/>
        </p:nvSpPr>
        <p:spPr>
          <a:xfrm>
            <a:off x="10088575" y="6355080"/>
            <a:ext cx="1463040" cy="256032"/>
          </a:xfrm>
          <a:prstGeom prst="rect">
            <a:avLst/>
          </a:prstGeom>
          <a:noFill/>
        </p:spPr>
        <p:txBody>
          <a:bodyPr wrap="square" lIns="0" tIns="0" rIns="0" bIns="0" anchor="ctr"/>
          <a:lstStyle/>
          <a:p>
            <a:pPr marL="0" indent="0" algn="r">
              <a:lnSpc>
                <a:spcPct val="115000"/>
              </a:lnSpc>
              <a:buNone/>
              <a:defRPr sz="900">
                <a:latin typeface="Noto Sans KR"/>
                <a:ea typeface="Noto Sans KR"/>
                <a:cs typeface="Noto Sans KR"/>
              </a:defRPr>
            </a:pPr>
            <a:r>
              <a:rPr sz="900" spc="100">
                <a:solidFill>
                  <a:srgbClr val="FFFFFF"/>
                </a:solidFill>
                <a:latin typeface="Noto Sans KR"/>
                <a:ea typeface="Noto Sans KR"/>
                <a:cs typeface="Noto Sans KR"/>
              </a:rPr>
              <a:t>12 / 12</a:t>
            </a:r>
            <a:endParaRPr sz="850"/>
          </a:p>
        </p:txBody>
      </p:sp>
    </p:spTree>
    <p:extLst>
      <p:ext uri="{BB962C8B-B14F-4D97-AF65-F5344CB8AC3E}">
        <p14:creationId xmlns:p14="http://schemas.microsoft.com/office/powerpoint/2010/main" val="18989278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21DE491-43CF-4C62-8503-96B73C36C3C6}"/>
              </a:ext>
            </a:extLst>
          </p:cNvPr>
          <p:cNvSpPr>
            <a:spLocks noGrp="1"/>
          </p:cNvSpPr>
          <p:nvPr/>
        </p:nvSpPr>
        <p:spPr>
          <a:xfrm>
            <a:off x="640080" y="685800"/>
            <a:ext cx="3657600" cy="457200"/>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1500" b="1">
                <a:solidFill>
                  <a:srgbClr val="3B9DA1"/>
                </a:solidFill>
                <a:latin typeface="Noto Sans KR"/>
                <a:ea typeface="Noto Sans KR"/>
                <a:cs typeface="Noto Sans KR"/>
              </a:rPr>
              <a:t>APPENDIX A1</a:t>
            </a:r>
            <a:endParaRPr sz="1500"/>
          </a:p>
        </p:txBody>
      </p:sp>
      <p:sp>
        <p:nvSpPr>
          <p:cNvPr id="3" name="Text 1">
            <a:extLst>
              <a:ext uri="{FF2B5EF4-FFF2-40B4-BE49-F238E27FC236}">
                <a16:creationId xmlns:a16="http://schemas.microsoft.com/office/drawing/2014/main" id="{D49B924B-45D7-433A-8CD2-FBD616392093}"/>
              </a:ext>
            </a:extLst>
          </p:cNvPr>
          <p:cNvSpPr>
            <a:spLocks noGrp="1"/>
          </p:cNvSpPr>
          <p:nvPr/>
        </p:nvSpPr>
        <p:spPr>
          <a:xfrm>
            <a:off x="640080" y="1051560"/>
            <a:ext cx="7315200" cy="914400"/>
          </a:xfrm>
          <a:prstGeom prst="rect">
            <a:avLst/>
          </a:prstGeom>
          <a:noFill/>
        </p:spPr>
        <p:txBody>
          <a:bodyPr wrap="square" lIns="0" tIns="0" rIns="0" bIns="0" anchor="ctr">
            <a:noAutofit/>
          </a:bodyPr>
          <a:lstStyle/>
          <a:p>
            <a:pPr marL="0" indent="0">
              <a:lnSpc>
                <a:spcPct val="115000"/>
              </a:lnSpc>
              <a:buNone/>
              <a:defRPr sz="3300" b="1">
                <a:solidFill>
                  <a:srgbClr val="172A2D"/>
                </a:solidFill>
                <a:latin typeface="Noto Sans KR"/>
                <a:ea typeface="Noto Sans KR"/>
                <a:cs typeface="Noto Sans KR"/>
              </a:defRPr>
            </a:pPr>
            <a:r>
              <a:rPr sz="3300" b="1" spc="100">
                <a:solidFill>
                  <a:srgbClr val="172A2D"/>
                </a:solidFill>
                <a:latin typeface="Noto Sans KR"/>
                <a:ea typeface="Noto Sans KR"/>
                <a:cs typeface="Noto Sans KR"/>
              </a:rPr>
              <a:t>제공 여부 확인 후 사용</a:t>
            </a:r>
            <a:endParaRPr sz="4400"/>
          </a:p>
        </p:txBody>
      </p:sp>
      <p:sp>
        <p:nvSpPr>
          <p:cNvPr id="4" name="Shape 2">
            <a:extLst>
              <a:ext uri="{FF2B5EF4-FFF2-40B4-BE49-F238E27FC236}">
                <a16:creationId xmlns:a16="http://schemas.microsoft.com/office/drawing/2014/main" id="{FC8D6515-0A50-41FB-80A0-90A27F795FE9}"/>
              </a:ext>
            </a:extLst>
          </p:cNvPr>
          <p:cNvSpPr>
            <a:spLocks noGrp="1"/>
          </p:cNvSpPr>
          <p:nvPr/>
        </p:nvSpPr>
        <p:spPr>
          <a:xfrm>
            <a:off x="640080" y="2476500"/>
            <a:ext cx="2194560" cy="54864"/>
          </a:xfrm>
          <a:prstGeom prst="rect">
            <a:avLst/>
          </a:prstGeom>
          <a:solidFill>
            <a:srgbClr val="83CCD2"/>
          </a:solidFill>
        </p:spPr>
        <p:txBody>
          <a:bodyPr/>
          <a:lstStyle/>
          <a:p>
            <a:endParaRPr lang="ko-KR" altLang="en-US"/>
          </a:p>
        </p:txBody>
      </p:sp>
      <p:sp>
        <p:nvSpPr>
          <p:cNvPr id="5" name="Text 3">
            <a:extLst>
              <a:ext uri="{FF2B5EF4-FFF2-40B4-BE49-F238E27FC236}">
                <a16:creationId xmlns:a16="http://schemas.microsoft.com/office/drawing/2014/main" id="{5AE2B6F8-4B53-42D1-B758-78F0EFA22CCC}"/>
              </a:ext>
            </a:extLst>
          </p:cNvPr>
          <p:cNvSpPr>
            <a:spLocks noGrp="1"/>
          </p:cNvSpPr>
          <p:nvPr/>
        </p:nvSpPr>
        <p:spPr>
          <a:xfrm>
            <a:off x="640080" y="2651760"/>
            <a:ext cx="1005840" cy="822960"/>
          </a:xfrm>
          <a:prstGeom prst="rect">
            <a:avLst/>
          </a:prstGeom>
          <a:noFill/>
        </p:spPr>
        <p:txBody>
          <a:bodyPr wrap="square" lIns="0" tIns="0" rIns="0" bIns="0" anchor="t"/>
          <a:lstStyle/>
          <a:p>
            <a:pPr marL="0" indent="0">
              <a:lnSpc>
                <a:spcPct val="115000"/>
              </a:lnSpc>
              <a:buNone/>
            </a:pPr>
            <a:r>
              <a:rPr sz="4000" b="1">
                <a:solidFill>
                  <a:srgbClr val="D6EEF0"/>
                </a:solidFill>
                <a:latin typeface="Noto Sans KR"/>
                <a:ea typeface="Noto Sans KR"/>
                <a:cs typeface="Noto Sans KR"/>
              </a:rPr>
              <a:t>01</a:t>
            </a:r>
            <a:endParaRPr sz="4000"/>
          </a:p>
        </p:txBody>
      </p:sp>
      <p:sp>
        <p:nvSpPr>
          <p:cNvPr id="6" name="Text 4">
            <a:extLst>
              <a:ext uri="{FF2B5EF4-FFF2-40B4-BE49-F238E27FC236}">
                <a16:creationId xmlns:a16="http://schemas.microsoft.com/office/drawing/2014/main" id="{9E94D6BD-F05F-4AC4-A0E3-8318D4724492}"/>
              </a:ext>
            </a:extLst>
          </p:cNvPr>
          <p:cNvSpPr>
            <a:spLocks noGrp="1"/>
          </p:cNvSpPr>
          <p:nvPr/>
        </p:nvSpPr>
        <p:spPr>
          <a:xfrm>
            <a:off x="1691640" y="2715768"/>
            <a:ext cx="4084168" cy="411480"/>
          </a:xfrm>
          <a:prstGeom prst="rect">
            <a:avLst/>
          </a:prstGeom>
          <a:noFill/>
        </p:spPr>
        <p:txBody>
          <a:bodyPr wrap="square" lIns="0" tIns="0" rIns="0" bIns="0" anchor="ctr">
            <a:noAutofit/>
          </a:bodyPr>
          <a:lstStyle/>
          <a:p>
            <a:pPr marL="0" indent="0">
              <a:lnSpc>
                <a:spcPct val="115000"/>
              </a:lnSpc>
              <a:buNone/>
              <a:defRPr sz="1950" b="1">
                <a:solidFill>
                  <a:srgbClr val="172A2D"/>
                </a:solidFill>
                <a:latin typeface="Noto Sans KR"/>
                <a:ea typeface="Noto Sans KR"/>
                <a:cs typeface="Noto Sans KR"/>
              </a:defRPr>
            </a:pPr>
            <a:r>
              <a:rPr sz="1950" b="1">
                <a:solidFill>
                  <a:srgbClr val="172A2D"/>
                </a:solidFill>
                <a:latin typeface="Noto Sans KR"/>
                <a:ea typeface="Noto Sans KR"/>
                <a:cs typeface="Noto Sans KR"/>
              </a:rPr>
              <a:t>개인 종합 분석</a:t>
            </a:r>
            <a:endParaRPr sz="1800"/>
          </a:p>
        </p:txBody>
      </p:sp>
      <p:sp>
        <p:nvSpPr>
          <p:cNvPr id="7" name="Text 5">
            <a:extLst>
              <a:ext uri="{FF2B5EF4-FFF2-40B4-BE49-F238E27FC236}">
                <a16:creationId xmlns:a16="http://schemas.microsoft.com/office/drawing/2014/main" id="{BC43D3D9-2D89-4E2B-97E1-26381E51EAD3}"/>
              </a:ext>
            </a:extLst>
          </p:cNvPr>
          <p:cNvSpPr>
            <a:spLocks noGrp="1"/>
          </p:cNvSpPr>
          <p:nvPr/>
        </p:nvSpPr>
        <p:spPr>
          <a:xfrm>
            <a:off x="1691640" y="3154680"/>
            <a:ext cx="4084168" cy="457200"/>
          </a:xfrm>
          <a:prstGeom prst="rect">
            <a:avLst/>
          </a:prstGeom>
          <a:noFill/>
        </p:spPr>
        <p:txBody>
          <a:bodyPr wrap="square" lIns="0" tIns="0" rIns="0" bIns="0" anchor="ctr">
            <a:noAutofit/>
          </a:bodyPr>
          <a:lstStyle/>
          <a:p>
            <a:pPr marL="0" indent="0">
              <a:lnSpc>
                <a:spcPct val="115000"/>
              </a:lnSpc>
              <a:buNone/>
              <a:defRPr sz="1500">
                <a:solidFill>
                  <a:srgbClr val="5B6A6C"/>
                </a:solidFill>
                <a:latin typeface="Noto Sans KR"/>
                <a:ea typeface="Noto Sans KR"/>
                <a:cs typeface="Noto Sans KR"/>
              </a:defRPr>
            </a:pPr>
            <a:r>
              <a:rPr sz="1500">
                <a:solidFill>
                  <a:srgbClr val="5B6A6C"/>
                </a:solidFill>
                <a:latin typeface="Noto Sans KR"/>
                <a:ea typeface="Noto Sans KR"/>
                <a:cs typeface="Noto Sans KR"/>
              </a:rPr>
              <a:t>기간별 기록·추이. 프로필·스킬·경험은 현재 정보.</a:t>
            </a:r>
            <a:endParaRPr sz="1150"/>
          </a:p>
        </p:txBody>
      </p:sp>
      <p:sp>
        <p:nvSpPr>
          <p:cNvPr id="8" name="Shape 6">
            <a:extLst>
              <a:ext uri="{FF2B5EF4-FFF2-40B4-BE49-F238E27FC236}">
                <a16:creationId xmlns:a16="http://schemas.microsoft.com/office/drawing/2014/main" id="{4835E16E-3EEA-433B-93A8-A226D3FEDEB7}"/>
              </a:ext>
            </a:extLst>
          </p:cNvPr>
          <p:cNvSpPr>
            <a:spLocks noGrp="1"/>
          </p:cNvSpPr>
          <p:nvPr/>
        </p:nvSpPr>
        <p:spPr>
          <a:xfrm>
            <a:off x="1691640" y="3630168"/>
            <a:ext cx="4084168" cy="0"/>
          </a:xfrm>
          <a:prstGeom prst="line">
            <a:avLst/>
          </a:prstGeom>
          <a:noFill/>
          <a:ln w="12700">
            <a:solidFill>
              <a:srgbClr val="DCE8E9"/>
            </a:solidFill>
            <a:prstDash val="solid"/>
          </a:ln>
        </p:spPr>
        <p:txBody>
          <a:bodyPr/>
          <a:lstStyle/>
          <a:p>
            <a:endParaRPr lang="ko-KR" altLang="en-US"/>
          </a:p>
        </p:txBody>
      </p:sp>
      <p:sp>
        <p:nvSpPr>
          <p:cNvPr id="9" name="Text 7">
            <a:extLst>
              <a:ext uri="{FF2B5EF4-FFF2-40B4-BE49-F238E27FC236}">
                <a16:creationId xmlns:a16="http://schemas.microsoft.com/office/drawing/2014/main" id="{69AB56D0-A262-43BE-B9E3-ADFDC32EAB56}"/>
              </a:ext>
            </a:extLst>
          </p:cNvPr>
          <p:cNvSpPr>
            <a:spLocks noGrp="1"/>
          </p:cNvSpPr>
          <p:nvPr/>
        </p:nvSpPr>
        <p:spPr>
          <a:xfrm>
            <a:off x="6415888" y="2651760"/>
            <a:ext cx="1005840" cy="822960"/>
          </a:xfrm>
          <a:prstGeom prst="rect">
            <a:avLst/>
          </a:prstGeom>
          <a:noFill/>
        </p:spPr>
        <p:txBody>
          <a:bodyPr wrap="square" lIns="0" tIns="0" rIns="0" bIns="0" anchor="t"/>
          <a:lstStyle/>
          <a:p>
            <a:pPr marL="0" indent="0">
              <a:lnSpc>
                <a:spcPct val="115000"/>
              </a:lnSpc>
              <a:buNone/>
            </a:pPr>
            <a:r>
              <a:rPr sz="4000" b="1">
                <a:solidFill>
                  <a:srgbClr val="D6EEF0"/>
                </a:solidFill>
                <a:latin typeface="Noto Sans KR"/>
                <a:ea typeface="Noto Sans KR"/>
                <a:cs typeface="Noto Sans KR"/>
              </a:rPr>
              <a:t>02</a:t>
            </a:r>
            <a:endParaRPr sz="4000"/>
          </a:p>
        </p:txBody>
      </p:sp>
      <p:sp>
        <p:nvSpPr>
          <p:cNvPr id="10" name="Text 8">
            <a:extLst>
              <a:ext uri="{FF2B5EF4-FFF2-40B4-BE49-F238E27FC236}">
                <a16:creationId xmlns:a16="http://schemas.microsoft.com/office/drawing/2014/main" id="{21A2C64C-A0F8-47C6-93CA-EA07044784F7}"/>
              </a:ext>
            </a:extLst>
          </p:cNvPr>
          <p:cNvSpPr>
            <a:spLocks noGrp="1"/>
          </p:cNvSpPr>
          <p:nvPr/>
        </p:nvSpPr>
        <p:spPr>
          <a:xfrm>
            <a:off x="7467448" y="2715768"/>
            <a:ext cx="4084168" cy="411480"/>
          </a:xfrm>
          <a:prstGeom prst="rect">
            <a:avLst/>
          </a:prstGeom>
          <a:noFill/>
        </p:spPr>
        <p:txBody>
          <a:bodyPr wrap="square" lIns="0" tIns="0" rIns="0" bIns="0" anchor="ctr">
            <a:noAutofit/>
          </a:bodyPr>
          <a:lstStyle/>
          <a:p>
            <a:pPr marL="0" indent="0">
              <a:lnSpc>
                <a:spcPct val="115000"/>
              </a:lnSpc>
              <a:buNone/>
              <a:defRPr sz="1950" b="1">
                <a:solidFill>
                  <a:srgbClr val="172A2D"/>
                </a:solidFill>
                <a:latin typeface="Noto Sans KR"/>
                <a:ea typeface="Noto Sans KR"/>
                <a:cs typeface="Noto Sans KR"/>
              </a:defRPr>
            </a:pPr>
            <a:r>
              <a:rPr sz="1950" b="1">
                <a:solidFill>
                  <a:srgbClr val="172A2D"/>
                </a:solidFill>
                <a:latin typeface="Noto Sans KR"/>
                <a:ea typeface="Noto Sans KR"/>
                <a:cs typeface="Noto Sans KR"/>
              </a:rPr>
              <a:t>주간·월간 기간 리포트</a:t>
            </a:r>
            <a:endParaRPr sz="1800"/>
          </a:p>
        </p:txBody>
      </p:sp>
      <p:sp>
        <p:nvSpPr>
          <p:cNvPr id="11" name="Text 9">
            <a:extLst>
              <a:ext uri="{FF2B5EF4-FFF2-40B4-BE49-F238E27FC236}">
                <a16:creationId xmlns:a16="http://schemas.microsoft.com/office/drawing/2014/main" id="{F7BC3F5E-B7B5-420E-B40D-56A01A0BCFBB}"/>
              </a:ext>
            </a:extLst>
          </p:cNvPr>
          <p:cNvSpPr>
            <a:spLocks noGrp="1"/>
          </p:cNvSpPr>
          <p:nvPr/>
        </p:nvSpPr>
        <p:spPr>
          <a:xfrm>
            <a:off x="7467448" y="3154680"/>
            <a:ext cx="4084168" cy="457200"/>
          </a:xfrm>
          <a:prstGeom prst="rect">
            <a:avLst/>
          </a:prstGeom>
          <a:noFill/>
        </p:spPr>
        <p:txBody>
          <a:bodyPr wrap="square" lIns="0" tIns="0" rIns="0" bIns="0" anchor="ctr">
            <a:noAutofit/>
          </a:bodyPr>
          <a:lstStyle/>
          <a:p>
            <a:pPr marL="0" indent="0">
              <a:lnSpc>
                <a:spcPct val="115000"/>
              </a:lnSpc>
              <a:buNone/>
              <a:defRPr sz="1500">
                <a:solidFill>
                  <a:srgbClr val="5B6A6C"/>
                </a:solidFill>
                <a:latin typeface="Noto Sans KR"/>
                <a:ea typeface="Noto Sans KR"/>
                <a:cs typeface="Noto Sans KR"/>
              </a:defRPr>
            </a:pPr>
            <a:r>
              <a:rPr sz="1500">
                <a:solidFill>
                  <a:srgbClr val="5B6A6C"/>
                </a:solidFill>
                <a:latin typeface="Noto Sans KR"/>
                <a:ea typeface="Noto Sans KR"/>
                <a:cs typeface="Noto Sans KR"/>
              </a:rPr>
              <a:t>일부는 현재 상태·현재 배정 명단을 사용하는 근사.</a:t>
            </a:r>
            <a:endParaRPr sz="1150"/>
          </a:p>
        </p:txBody>
      </p:sp>
      <p:sp>
        <p:nvSpPr>
          <p:cNvPr id="12" name="Shape 10">
            <a:extLst>
              <a:ext uri="{FF2B5EF4-FFF2-40B4-BE49-F238E27FC236}">
                <a16:creationId xmlns:a16="http://schemas.microsoft.com/office/drawing/2014/main" id="{6706C519-198E-4982-819D-A0C204938667}"/>
              </a:ext>
            </a:extLst>
          </p:cNvPr>
          <p:cNvSpPr>
            <a:spLocks noGrp="1"/>
          </p:cNvSpPr>
          <p:nvPr/>
        </p:nvSpPr>
        <p:spPr>
          <a:xfrm>
            <a:off x="7467448" y="3630168"/>
            <a:ext cx="4084168" cy="0"/>
          </a:xfrm>
          <a:prstGeom prst="line">
            <a:avLst/>
          </a:prstGeom>
          <a:noFill/>
          <a:ln w="12700">
            <a:solidFill>
              <a:srgbClr val="DCE8E9"/>
            </a:solidFill>
            <a:prstDash val="solid"/>
          </a:ln>
        </p:spPr>
        <p:txBody>
          <a:bodyPr/>
          <a:lstStyle/>
          <a:p>
            <a:endParaRPr lang="ko-KR" altLang="en-US"/>
          </a:p>
        </p:txBody>
      </p:sp>
      <p:sp>
        <p:nvSpPr>
          <p:cNvPr id="13" name="Text 11">
            <a:extLst>
              <a:ext uri="{FF2B5EF4-FFF2-40B4-BE49-F238E27FC236}">
                <a16:creationId xmlns:a16="http://schemas.microsoft.com/office/drawing/2014/main" id="{AC35C1E5-5CFD-442A-9CC9-768DC0B004AD}"/>
              </a:ext>
            </a:extLst>
          </p:cNvPr>
          <p:cNvSpPr>
            <a:spLocks noGrp="1"/>
          </p:cNvSpPr>
          <p:nvPr/>
        </p:nvSpPr>
        <p:spPr>
          <a:xfrm>
            <a:off x="640080" y="3822192"/>
            <a:ext cx="1005840" cy="822960"/>
          </a:xfrm>
          <a:prstGeom prst="rect">
            <a:avLst/>
          </a:prstGeom>
          <a:noFill/>
        </p:spPr>
        <p:txBody>
          <a:bodyPr wrap="square" lIns="0" tIns="0" rIns="0" bIns="0" anchor="t"/>
          <a:lstStyle/>
          <a:p>
            <a:pPr marL="0" indent="0">
              <a:lnSpc>
                <a:spcPct val="115000"/>
              </a:lnSpc>
              <a:buNone/>
            </a:pPr>
            <a:r>
              <a:rPr sz="4000" b="1">
                <a:solidFill>
                  <a:srgbClr val="D6EEF0"/>
                </a:solidFill>
                <a:latin typeface="Noto Sans KR"/>
                <a:ea typeface="Noto Sans KR"/>
                <a:cs typeface="Noto Sans KR"/>
              </a:rPr>
              <a:t>03</a:t>
            </a:r>
            <a:endParaRPr sz="4000"/>
          </a:p>
        </p:txBody>
      </p:sp>
      <p:sp>
        <p:nvSpPr>
          <p:cNvPr id="14" name="Text 12">
            <a:extLst>
              <a:ext uri="{FF2B5EF4-FFF2-40B4-BE49-F238E27FC236}">
                <a16:creationId xmlns:a16="http://schemas.microsoft.com/office/drawing/2014/main" id="{FFB3C512-27C8-4A67-9638-A61934F60F60}"/>
              </a:ext>
            </a:extLst>
          </p:cNvPr>
          <p:cNvSpPr>
            <a:spLocks noGrp="1"/>
          </p:cNvSpPr>
          <p:nvPr/>
        </p:nvSpPr>
        <p:spPr>
          <a:xfrm>
            <a:off x="1691640" y="3886200"/>
            <a:ext cx="4084168" cy="411480"/>
          </a:xfrm>
          <a:prstGeom prst="rect">
            <a:avLst/>
          </a:prstGeom>
          <a:noFill/>
        </p:spPr>
        <p:txBody>
          <a:bodyPr wrap="square" lIns="0" tIns="0" rIns="0" bIns="0" anchor="ctr">
            <a:noAutofit/>
          </a:bodyPr>
          <a:lstStyle/>
          <a:p>
            <a:pPr marL="0" indent="0">
              <a:lnSpc>
                <a:spcPct val="115000"/>
              </a:lnSpc>
              <a:buNone/>
              <a:defRPr sz="1950" b="1">
                <a:solidFill>
                  <a:srgbClr val="172A2D"/>
                </a:solidFill>
                <a:latin typeface="Noto Sans KR"/>
                <a:ea typeface="Noto Sans KR"/>
                <a:cs typeface="Noto Sans KR"/>
              </a:defRPr>
            </a:pPr>
            <a:r>
              <a:rPr sz="1950" b="1">
                <a:solidFill>
                  <a:srgbClr val="172A2D"/>
                </a:solidFill>
                <a:latin typeface="Noto Sans KR"/>
                <a:ea typeface="Noto Sans KR"/>
                <a:cs typeface="Noto Sans KR"/>
              </a:rPr>
              <a:t>기간별 진척 추이</a:t>
            </a:r>
            <a:endParaRPr sz="1800"/>
          </a:p>
        </p:txBody>
      </p:sp>
      <p:sp>
        <p:nvSpPr>
          <p:cNvPr id="15" name="Text 13">
            <a:extLst>
              <a:ext uri="{FF2B5EF4-FFF2-40B4-BE49-F238E27FC236}">
                <a16:creationId xmlns:a16="http://schemas.microsoft.com/office/drawing/2014/main" id="{9CB2E060-C647-4C60-A1F8-BE901492A992}"/>
              </a:ext>
            </a:extLst>
          </p:cNvPr>
          <p:cNvSpPr>
            <a:spLocks noGrp="1"/>
          </p:cNvSpPr>
          <p:nvPr/>
        </p:nvSpPr>
        <p:spPr>
          <a:xfrm>
            <a:off x="1691640" y="4325112"/>
            <a:ext cx="4084168" cy="457200"/>
          </a:xfrm>
          <a:prstGeom prst="rect">
            <a:avLst/>
          </a:prstGeom>
          <a:noFill/>
        </p:spPr>
        <p:txBody>
          <a:bodyPr wrap="square" lIns="0" tIns="0" rIns="0" bIns="0" anchor="ctr">
            <a:noAutofit/>
          </a:bodyPr>
          <a:lstStyle/>
          <a:p>
            <a:pPr marL="0" indent="0">
              <a:lnSpc>
                <a:spcPct val="115000"/>
              </a:lnSpc>
              <a:buNone/>
              <a:defRPr sz="1500">
                <a:solidFill>
                  <a:srgbClr val="5B6A6C"/>
                </a:solidFill>
                <a:latin typeface="Noto Sans KR"/>
                <a:ea typeface="Noto Sans KR"/>
                <a:cs typeface="Noto Sans KR"/>
              </a:defRPr>
            </a:pPr>
            <a:r>
              <a:rPr sz="1500">
                <a:solidFill>
                  <a:srgbClr val="5B6A6C"/>
                </a:solidFill>
                <a:latin typeface="Noto Sans KR"/>
                <a:ea typeface="Noto Sans KR"/>
                <a:cs typeface="Noto Sans KR"/>
              </a:rPr>
              <a:t>수집한 스냅샷 사용. 미수집 과거를 복원하지 않음.</a:t>
            </a:r>
            <a:endParaRPr sz="1150"/>
          </a:p>
        </p:txBody>
      </p:sp>
      <p:sp>
        <p:nvSpPr>
          <p:cNvPr id="16" name="Shape 14">
            <a:extLst>
              <a:ext uri="{FF2B5EF4-FFF2-40B4-BE49-F238E27FC236}">
                <a16:creationId xmlns:a16="http://schemas.microsoft.com/office/drawing/2014/main" id="{744A3D55-1145-4740-BB8F-6C31692C0CDA}"/>
              </a:ext>
            </a:extLst>
          </p:cNvPr>
          <p:cNvSpPr>
            <a:spLocks noGrp="1"/>
          </p:cNvSpPr>
          <p:nvPr/>
        </p:nvSpPr>
        <p:spPr>
          <a:xfrm>
            <a:off x="1691640" y="4800600"/>
            <a:ext cx="4084168" cy="0"/>
          </a:xfrm>
          <a:prstGeom prst="line">
            <a:avLst/>
          </a:prstGeom>
          <a:noFill/>
          <a:ln w="12700">
            <a:solidFill>
              <a:srgbClr val="DCE8E9"/>
            </a:solidFill>
            <a:prstDash val="solid"/>
          </a:ln>
        </p:spPr>
        <p:txBody>
          <a:bodyPr/>
          <a:lstStyle/>
          <a:p>
            <a:endParaRPr lang="ko-KR" altLang="en-US"/>
          </a:p>
        </p:txBody>
      </p:sp>
      <p:sp>
        <p:nvSpPr>
          <p:cNvPr id="17" name="Text 15">
            <a:extLst>
              <a:ext uri="{FF2B5EF4-FFF2-40B4-BE49-F238E27FC236}">
                <a16:creationId xmlns:a16="http://schemas.microsoft.com/office/drawing/2014/main" id="{3CBB38A3-ED29-4B5E-9FFB-5AFA66245BE6}"/>
              </a:ext>
            </a:extLst>
          </p:cNvPr>
          <p:cNvSpPr>
            <a:spLocks noGrp="1"/>
          </p:cNvSpPr>
          <p:nvPr/>
        </p:nvSpPr>
        <p:spPr>
          <a:xfrm>
            <a:off x="6415888" y="3822192"/>
            <a:ext cx="1005840" cy="822960"/>
          </a:xfrm>
          <a:prstGeom prst="rect">
            <a:avLst/>
          </a:prstGeom>
          <a:noFill/>
        </p:spPr>
        <p:txBody>
          <a:bodyPr wrap="square" lIns="0" tIns="0" rIns="0" bIns="0" anchor="t"/>
          <a:lstStyle/>
          <a:p>
            <a:pPr marL="0" indent="0">
              <a:lnSpc>
                <a:spcPct val="115000"/>
              </a:lnSpc>
              <a:buNone/>
            </a:pPr>
            <a:r>
              <a:rPr sz="4000" b="1">
                <a:solidFill>
                  <a:srgbClr val="D6EEF0"/>
                </a:solidFill>
                <a:latin typeface="Noto Sans KR"/>
                <a:ea typeface="Noto Sans KR"/>
                <a:cs typeface="Noto Sans KR"/>
              </a:rPr>
              <a:t>04</a:t>
            </a:r>
            <a:endParaRPr sz="4000"/>
          </a:p>
        </p:txBody>
      </p:sp>
      <p:sp>
        <p:nvSpPr>
          <p:cNvPr id="18" name="Text 16">
            <a:extLst>
              <a:ext uri="{FF2B5EF4-FFF2-40B4-BE49-F238E27FC236}">
                <a16:creationId xmlns:a16="http://schemas.microsoft.com/office/drawing/2014/main" id="{442A4749-F0E0-456F-B4DA-DF7FA3199515}"/>
              </a:ext>
            </a:extLst>
          </p:cNvPr>
          <p:cNvSpPr>
            <a:spLocks noGrp="1"/>
          </p:cNvSpPr>
          <p:nvPr/>
        </p:nvSpPr>
        <p:spPr>
          <a:xfrm>
            <a:off x="7467448" y="3886200"/>
            <a:ext cx="4084168" cy="411480"/>
          </a:xfrm>
          <a:prstGeom prst="rect">
            <a:avLst/>
          </a:prstGeom>
          <a:noFill/>
        </p:spPr>
        <p:txBody>
          <a:bodyPr wrap="square" lIns="0" tIns="0" rIns="0" bIns="0" anchor="ctr">
            <a:noAutofit/>
          </a:bodyPr>
          <a:lstStyle/>
          <a:p>
            <a:pPr marL="0" indent="0">
              <a:lnSpc>
                <a:spcPct val="115000"/>
              </a:lnSpc>
              <a:buNone/>
              <a:defRPr sz="1950" b="1">
                <a:solidFill>
                  <a:srgbClr val="172A2D"/>
                </a:solidFill>
                <a:latin typeface="Noto Sans KR"/>
                <a:ea typeface="Noto Sans KR"/>
                <a:cs typeface="Noto Sans KR"/>
              </a:defRPr>
            </a:pPr>
            <a:r>
              <a:rPr sz="1950" b="1">
                <a:solidFill>
                  <a:srgbClr val="172A2D"/>
                </a:solidFill>
                <a:latin typeface="Noto Sans KR"/>
                <a:ea typeface="Noto Sans KR"/>
                <a:cs typeface="Noto Sans KR"/>
              </a:rPr>
              <a:t>기간 비용</a:t>
            </a:r>
            <a:endParaRPr sz="1800"/>
          </a:p>
        </p:txBody>
      </p:sp>
      <p:sp>
        <p:nvSpPr>
          <p:cNvPr id="19" name="Text 17">
            <a:extLst>
              <a:ext uri="{FF2B5EF4-FFF2-40B4-BE49-F238E27FC236}">
                <a16:creationId xmlns:a16="http://schemas.microsoft.com/office/drawing/2014/main" id="{B528C2CA-B984-4204-AD84-390091C1ACCB}"/>
              </a:ext>
            </a:extLst>
          </p:cNvPr>
          <p:cNvSpPr>
            <a:spLocks noGrp="1"/>
          </p:cNvSpPr>
          <p:nvPr/>
        </p:nvSpPr>
        <p:spPr>
          <a:xfrm>
            <a:off x="7467448" y="4325112"/>
            <a:ext cx="4084168" cy="457200"/>
          </a:xfrm>
          <a:prstGeom prst="rect">
            <a:avLst/>
          </a:prstGeom>
          <a:noFill/>
        </p:spPr>
        <p:txBody>
          <a:bodyPr wrap="square" lIns="0" tIns="0" rIns="0" bIns="0" anchor="ctr">
            <a:noAutofit/>
          </a:bodyPr>
          <a:lstStyle/>
          <a:p>
            <a:pPr marL="0" indent="0">
              <a:lnSpc>
                <a:spcPct val="115000"/>
              </a:lnSpc>
              <a:buNone/>
              <a:defRPr sz="1500">
                <a:solidFill>
                  <a:srgbClr val="5B6A6C"/>
                </a:solidFill>
                <a:latin typeface="Noto Sans KR"/>
                <a:ea typeface="Noto Sans KR"/>
                <a:cs typeface="Noto Sans KR"/>
              </a:defRPr>
            </a:pPr>
            <a:r>
              <a:rPr sz="1500">
                <a:solidFill>
                  <a:srgbClr val="5B6A6C"/>
                </a:solidFill>
                <a:latin typeface="Noto Sans KR"/>
                <a:ea typeface="Noto Sans KR"/>
                <a:cs typeface="Noto Sans KR"/>
              </a:rPr>
              <a:t>현재 급여 정책과 영업일 비율에 따른 추정.</a:t>
            </a:r>
            <a:endParaRPr sz="1150"/>
          </a:p>
        </p:txBody>
      </p:sp>
      <p:sp>
        <p:nvSpPr>
          <p:cNvPr id="20" name="Shape 18">
            <a:extLst>
              <a:ext uri="{FF2B5EF4-FFF2-40B4-BE49-F238E27FC236}">
                <a16:creationId xmlns:a16="http://schemas.microsoft.com/office/drawing/2014/main" id="{F8982EAA-2ED3-4EC1-958F-FE8CABEB5B04}"/>
              </a:ext>
            </a:extLst>
          </p:cNvPr>
          <p:cNvSpPr>
            <a:spLocks noGrp="1"/>
          </p:cNvSpPr>
          <p:nvPr/>
        </p:nvSpPr>
        <p:spPr>
          <a:xfrm>
            <a:off x="7467448" y="4800600"/>
            <a:ext cx="4084168" cy="0"/>
          </a:xfrm>
          <a:prstGeom prst="line">
            <a:avLst/>
          </a:prstGeom>
          <a:noFill/>
          <a:ln w="12700">
            <a:solidFill>
              <a:srgbClr val="DCE8E9"/>
            </a:solidFill>
            <a:prstDash val="solid"/>
          </a:ln>
        </p:spPr>
        <p:txBody>
          <a:bodyPr/>
          <a:lstStyle/>
          <a:p>
            <a:endParaRPr lang="ko-KR" altLang="en-US"/>
          </a:p>
        </p:txBody>
      </p:sp>
      <p:sp>
        <p:nvSpPr>
          <p:cNvPr id="21" name="Text 19">
            <a:extLst>
              <a:ext uri="{FF2B5EF4-FFF2-40B4-BE49-F238E27FC236}">
                <a16:creationId xmlns:a16="http://schemas.microsoft.com/office/drawing/2014/main" id="{0989A98D-2C74-4E81-AD18-E9D79E15018A}"/>
              </a:ext>
            </a:extLst>
          </p:cNvPr>
          <p:cNvSpPr>
            <a:spLocks noGrp="1"/>
          </p:cNvSpPr>
          <p:nvPr/>
        </p:nvSpPr>
        <p:spPr>
          <a:xfrm>
            <a:off x="640080" y="4992624"/>
            <a:ext cx="1005840" cy="822960"/>
          </a:xfrm>
          <a:prstGeom prst="rect">
            <a:avLst/>
          </a:prstGeom>
          <a:noFill/>
        </p:spPr>
        <p:txBody>
          <a:bodyPr wrap="square" lIns="0" tIns="0" rIns="0" bIns="0" anchor="t"/>
          <a:lstStyle/>
          <a:p>
            <a:pPr marL="0" indent="0">
              <a:lnSpc>
                <a:spcPct val="115000"/>
              </a:lnSpc>
              <a:buNone/>
            </a:pPr>
            <a:r>
              <a:rPr sz="4000" b="1">
                <a:solidFill>
                  <a:srgbClr val="D6EEF0"/>
                </a:solidFill>
                <a:latin typeface="Noto Sans KR"/>
                <a:ea typeface="Noto Sans KR"/>
                <a:cs typeface="Noto Sans KR"/>
              </a:rPr>
              <a:t>05</a:t>
            </a:r>
            <a:endParaRPr sz="4000"/>
          </a:p>
        </p:txBody>
      </p:sp>
      <p:sp>
        <p:nvSpPr>
          <p:cNvPr id="22" name="Text 20">
            <a:extLst>
              <a:ext uri="{FF2B5EF4-FFF2-40B4-BE49-F238E27FC236}">
                <a16:creationId xmlns:a16="http://schemas.microsoft.com/office/drawing/2014/main" id="{69A6DFDA-8CEB-42BF-8D7F-2DA9C90B4D0C}"/>
              </a:ext>
            </a:extLst>
          </p:cNvPr>
          <p:cNvSpPr>
            <a:spLocks noGrp="1"/>
          </p:cNvSpPr>
          <p:nvPr/>
        </p:nvSpPr>
        <p:spPr>
          <a:xfrm>
            <a:off x="1691640" y="5056632"/>
            <a:ext cx="4084168" cy="411480"/>
          </a:xfrm>
          <a:prstGeom prst="rect">
            <a:avLst/>
          </a:prstGeom>
          <a:noFill/>
        </p:spPr>
        <p:txBody>
          <a:bodyPr wrap="square" lIns="0" tIns="0" rIns="0" bIns="0" anchor="ctr">
            <a:noAutofit/>
          </a:bodyPr>
          <a:lstStyle/>
          <a:p>
            <a:pPr marL="0" indent="0">
              <a:lnSpc>
                <a:spcPct val="115000"/>
              </a:lnSpc>
              <a:buNone/>
              <a:defRPr sz="1950" b="1">
                <a:solidFill>
                  <a:srgbClr val="172A2D"/>
                </a:solidFill>
                <a:latin typeface="Noto Sans KR"/>
                <a:ea typeface="Noto Sans KR"/>
                <a:cs typeface="Noto Sans KR"/>
              </a:defRPr>
            </a:pPr>
            <a:r>
              <a:rPr sz="1950" b="1">
                <a:solidFill>
                  <a:srgbClr val="172A2D"/>
                </a:solidFill>
                <a:latin typeface="Noto Sans KR"/>
                <a:ea typeface="Noto Sans KR"/>
                <a:cs typeface="Noto Sans KR"/>
              </a:rPr>
              <a:t>그 밖의 최근 확장</a:t>
            </a:r>
            <a:endParaRPr sz="1800"/>
          </a:p>
        </p:txBody>
      </p:sp>
      <p:sp>
        <p:nvSpPr>
          <p:cNvPr id="23" name="Text 21">
            <a:extLst>
              <a:ext uri="{FF2B5EF4-FFF2-40B4-BE49-F238E27FC236}">
                <a16:creationId xmlns:a16="http://schemas.microsoft.com/office/drawing/2014/main" id="{AFBB8160-EAEE-412A-83FB-711A869C95C1}"/>
              </a:ext>
            </a:extLst>
          </p:cNvPr>
          <p:cNvSpPr>
            <a:spLocks noGrp="1"/>
          </p:cNvSpPr>
          <p:nvPr/>
        </p:nvSpPr>
        <p:spPr>
          <a:xfrm>
            <a:off x="1691640" y="5495544"/>
            <a:ext cx="4084168" cy="457200"/>
          </a:xfrm>
          <a:prstGeom prst="rect">
            <a:avLst/>
          </a:prstGeom>
          <a:noFill/>
        </p:spPr>
        <p:txBody>
          <a:bodyPr wrap="square" lIns="0" tIns="0" rIns="0" bIns="0" anchor="ctr">
            <a:noAutofit/>
          </a:bodyPr>
          <a:lstStyle/>
          <a:p>
            <a:pPr marL="0" indent="0">
              <a:lnSpc>
                <a:spcPct val="115000"/>
              </a:lnSpc>
              <a:buNone/>
              <a:defRPr sz="1500">
                <a:solidFill>
                  <a:srgbClr val="5B6A6C"/>
                </a:solidFill>
                <a:latin typeface="Noto Sans KR"/>
                <a:ea typeface="Noto Sans KR"/>
                <a:cs typeface="Noto Sans KR"/>
              </a:defRPr>
            </a:pPr>
            <a:r>
              <a:rPr sz="1500">
                <a:solidFill>
                  <a:srgbClr val="5B6A6C"/>
                </a:solidFill>
                <a:latin typeface="Noto Sans KR"/>
                <a:ea typeface="Noto Sans KR"/>
                <a:cs typeface="Noto Sans KR"/>
              </a:rPr>
              <a:t>워크로그 시각 입력·대시보드 확장도 배포 확인 필요.</a:t>
            </a:r>
            <a:endParaRPr sz="1150"/>
          </a:p>
        </p:txBody>
      </p:sp>
      <p:sp>
        <p:nvSpPr>
          <p:cNvPr id="24" name="Shape 22">
            <a:extLst>
              <a:ext uri="{FF2B5EF4-FFF2-40B4-BE49-F238E27FC236}">
                <a16:creationId xmlns:a16="http://schemas.microsoft.com/office/drawing/2014/main" id="{DAB63207-DA12-4138-84FF-BA213C6D6A28}"/>
              </a:ext>
            </a:extLst>
          </p:cNvPr>
          <p:cNvSpPr>
            <a:spLocks noGrp="1"/>
          </p:cNvSpPr>
          <p:nvPr/>
        </p:nvSpPr>
        <p:spPr>
          <a:xfrm>
            <a:off x="1691640" y="5971032"/>
            <a:ext cx="4084168" cy="0"/>
          </a:xfrm>
          <a:prstGeom prst="line">
            <a:avLst/>
          </a:prstGeom>
          <a:noFill/>
          <a:ln w="12700">
            <a:solidFill>
              <a:srgbClr val="DCE8E9"/>
            </a:solidFill>
            <a:prstDash val="solid"/>
          </a:ln>
        </p:spPr>
        <p:txBody>
          <a:bodyPr/>
          <a:lstStyle/>
          <a:p>
            <a:endParaRPr lang="ko-KR" altLang="en-US"/>
          </a:p>
        </p:txBody>
      </p:sp>
      <p:sp>
        <p:nvSpPr>
          <p:cNvPr id="25" name="Text 23">
            <a:extLst>
              <a:ext uri="{FF2B5EF4-FFF2-40B4-BE49-F238E27FC236}">
                <a16:creationId xmlns:a16="http://schemas.microsoft.com/office/drawing/2014/main" id="{AA9D638E-16F1-4700-91B9-39ABF5FB88F8}"/>
              </a:ext>
            </a:extLst>
          </p:cNvPr>
          <p:cNvSpPr>
            <a:spLocks noGrp="1"/>
          </p:cNvSpPr>
          <p:nvPr/>
        </p:nvSpPr>
        <p:spPr>
          <a:xfrm>
            <a:off x="6415888" y="4992624"/>
            <a:ext cx="1005840" cy="822960"/>
          </a:xfrm>
          <a:prstGeom prst="rect">
            <a:avLst/>
          </a:prstGeom>
          <a:noFill/>
        </p:spPr>
        <p:txBody>
          <a:bodyPr wrap="square" lIns="0" tIns="0" rIns="0" bIns="0" anchor="t"/>
          <a:lstStyle/>
          <a:p>
            <a:pPr marL="0" indent="0">
              <a:lnSpc>
                <a:spcPct val="115000"/>
              </a:lnSpc>
              <a:buNone/>
            </a:pPr>
            <a:r>
              <a:rPr sz="4000" b="1">
                <a:solidFill>
                  <a:srgbClr val="D6EEF0"/>
                </a:solidFill>
                <a:latin typeface="Noto Sans KR"/>
                <a:ea typeface="Noto Sans KR"/>
                <a:cs typeface="Noto Sans KR"/>
              </a:rPr>
              <a:t>06</a:t>
            </a:r>
            <a:endParaRPr sz="4000"/>
          </a:p>
        </p:txBody>
      </p:sp>
      <p:sp>
        <p:nvSpPr>
          <p:cNvPr id="26" name="Text 24">
            <a:extLst>
              <a:ext uri="{FF2B5EF4-FFF2-40B4-BE49-F238E27FC236}">
                <a16:creationId xmlns:a16="http://schemas.microsoft.com/office/drawing/2014/main" id="{03C40B05-5393-43B0-8C97-5FE66C92519E}"/>
              </a:ext>
            </a:extLst>
          </p:cNvPr>
          <p:cNvSpPr>
            <a:spLocks noGrp="1"/>
          </p:cNvSpPr>
          <p:nvPr/>
        </p:nvSpPr>
        <p:spPr>
          <a:xfrm>
            <a:off x="7467448" y="5056632"/>
            <a:ext cx="4084168" cy="411480"/>
          </a:xfrm>
          <a:prstGeom prst="rect">
            <a:avLst/>
          </a:prstGeom>
          <a:noFill/>
        </p:spPr>
        <p:txBody>
          <a:bodyPr wrap="square" lIns="0" tIns="0" rIns="0" bIns="0" anchor="ctr">
            <a:noAutofit/>
          </a:bodyPr>
          <a:lstStyle/>
          <a:p>
            <a:pPr marL="0" indent="0">
              <a:lnSpc>
                <a:spcPct val="115000"/>
              </a:lnSpc>
              <a:buNone/>
              <a:defRPr sz="1950" b="1">
                <a:solidFill>
                  <a:srgbClr val="172A2D"/>
                </a:solidFill>
                <a:latin typeface="Noto Sans KR"/>
                <a:ea typeface="Noto Sans KR"/>
                <a:cs typeface="Noto Sans KR"/>
              </a:defRPr>
            </a:pPr>
            <a:r>
              <a:rPr sz="1950" b="1">
                <a:solidFill>
                  <a:srgbClr val="172A2D"/>
                </a:solidFill>
                <a:latin typeface="Noto Sans KR"/>
                <a:ea typeface="Noto Sans KR"/>
                <a:cs typeface="Noto Sans KR"/>
              </a:rPr>
              <a:t>본문 적용 조건</a:t>
            </a:r>
            <a:endParaRPr sz="1800"/>
          </a:p>
        </p:txBody>
      </p:sp>
      <p:sp>
        <p:nvSpPr>
          <p:cNvPr id="27" name="Text 25">
            <a:extLst>
              <a:ext uri="{FF2B5EF4-FFF2-40B4-BE49-F238E27FC236}">
                <a16:creationId xmlns:a16="http://schemas.microsoft.com/office/drawing/2014/main" id="{B6D9E2EA-4C8A-4B5F-96AE-455F19945F98}"/>
              </a:ext>
            </a:extLst>
          </p:cNvPr>
          <p:cNvSpPr>
            <a:spLocks noGrp="1"/>
          </p:cNvSpPr>
          <p:nvPr/>
        </p:nvSpPr>
        <p:spPr>
          <a:xfrm>
            <a:off x="7467448" y="5495544"/>
            <a:ext cx="4084168" cy="457200"/>
          </a:xfrm>
          <a:prstGeom prst="rect">
            <a:avLst/>
          </a:prstGeom>
          <a:noFill/>
        </p:spPr>
        <p:txBody>
          <a:bodyPr wrap="square" lIns="0" tIns="0" rIns="0" bIns="0" anchor="ctr">
            <a:noAutofit/>
          </a:bodyPr>
          <a:lstStyle/>
          <a:p>
            <a:pPr marL="0" indent="0">
              <a:lnSpc>
                <a:spcPct val="115000"/>
              </a:lnSpc>
              <a:buNone/>
              <a:defRPr sz="1500">
                <a:solidFill>
                  <a:srgbClr val="5B6A6C"/>
                </a:solidFill>
                <a:latin typeface="Noto Sans KR"/>
                <a:ea typeface="Noto Sans KR"/>
                <a:cs typeface="Noto Sans KR"/>
              </a:defRPr>
            </a:pPr>
            <a:r>
              <a:rPr sz="1500">
                <a:solidFill>
                  <a:srgbClr val="5B6A6C"/>
                </a:solidFill>
                <a:latin typeface="Noto Sans KR"/>
                <a:ea typeface="Noto Sans KR"/>
                <a:cs typeface="Noto Sans KR"/>
              </a:rPr>
              <a:t>배포·동작 확인 후 본문 6장 또는 10장 대체 가능.</a:t>
            </a:r>
            <a:endParaRPr sz="1150"/>
          </a:p>
        </p:txBody>
      </p:sp>
      <p:sp>
        <p:nvSpPr>
          <p:cNvPr id="28" name="Shape 26">
            <a:extLst>
              <a:ext uri="{FF2B5EF4-FFF2-40B4-BE49-F238E27FC236}">
                <a16:creationId xmlns:a16="http://schemas.microsoft.com/office/drawing/2014/main" id="{9228657E-F0D7-4B72-879A-5A0F03C8B04A}"/>
              </a:ext>
            </a:extLst>
          </p:cNvPr>
          <p:cNvSpPr>
            <a:spLocks noGrp="1"/>
          </p:cNvSpPr>
          <p:nvPr/>
        </p:nvSpPr>
        <p:spPr>
          <a:xfrm>
            <a:off x="7467448" y="5971032"/>
            <a:ext cx="4084168" cy="0"/>
          </a:xfrm>
          <a:prstGeom prst="line">
            <a:avLst/>
          </a:prstGeom>
          <a:noFill/>
          <a:ln w="12700">
            <a:solidFill>
              <a:srgbClr val="DCE8E9"/>
            </a:solidFill>
            <a:prstDash val="solid"/>
          </a:ln>
        </p:spPr>
        <p:txBody>
          <a:bodyPr/>
          <a:lstStyle/>
          <a:p>
            <a:endParaRPr lang="ko-KR" altLang="en-US"/>
          </a:p>
        </p:txBody>
      </p:sp>
      <p:pic>
        <p:nvPicPr>
          <p:cNvPr id="62" name="Image 0"/>
          <p:cNvPicPr>
            <a:picLocks noChangeAspect="1"/>
          </p:cNvPicPr>
          <p:nvPr/>
        </p:nvPicPr>
        <p:blipFill>
          <a:blip r:embed="rId3"/>
          <a:stretch>
            <a:fillRect/>
          </a:stretch>
        </p:blipFill>
        <p:spPr>
          <a:xfrm>
            <a:off x="640080" y="6419088"/>
            <a:ext cx="786384" cy="180137"/>
          </a:xfrm>
          <a:prstGeom prst="rect">
            <a:avLst/>
          </a:prstGeom>
        </p:spPr>
      </p:pic>
      <p:sp>
        <p:nvSpPr>
          <p:cNvPr id="30" name="Text 27">
            <a:extLst>
              <a:ext uri="{FF2B5EF4-FFF2-40B4-BE49-F238E27FC236}">
                <a16:creationId xmlns:a16="http://schemas.microsoft.com/office/drawing/2014/main" id="{B5744482-479C-460C-8814-D35242D5EBD8}"/>
              </a:ext>
            </a:extLst>
          </p:cNvPr>
          <p:cNvSpPr>
            <a:spLocks noGrp="1"/>
          </p:cNvSpPr>
          <p:nvPr/>
        </p:nvSpPr>
        <p:spPr>
          <a:xfrm>
            <a:off x="1600200" y="6391656"/>
            <a:ext cx="5943600" cy="256032"/>
          </a:xfrm>
          <a:prstGeom prst="rect">
            <a:avLst/>
          </a:prstGeom>
          <a:noFill/>
        </p:spPr>
        <p:txBody>
          <a:bodyPr wrap="square" lIns="0" tIns="0" rIns="0" bIns="0" anchor="ctr"/>
          <a:lstStyle/>
          <a:p>
            <a:pPr marL="0" indent="0">
              <a:lnSpc>
                <a:spcPct val="115000"/>
              </a:lnSpc>
              <a:buNone/>
            </a:pPr>
            <a:r>
              <a:rPr sz="850" spc="100">
                <a:solidFill>
                  <a:srgbClr val="5B6A6C"/>
                </a:solidFill>
                <a:latin typeface="Noto Sans KR"/>
                <a:ea typeface="Noto Sans KR"/>
                <a:cs typeface="Noto Sans KR"/>
              </a:rPr>
              <a:t>Moves Workforce  ·  PRODUCT INTRODUCTION</a:t>
            </a:r>
            <a:endParaRPr sz="850"/>
          </a:p>
        </p:txBody>
      </p:sp>
      <p:sp>
        <p:nvSpPr>
          <p:cNvPr id="31" name="Text 28">
            <a:extLst>
              <a:ext uri="{FF2B5EF4-FFF2-40B4-BE49-F238E27FC236}">
                <a16:creationId xmlns:a16="http://schemas.microsoft.com/office/drawing/2014/main" id="{96AF4A7B-7323-4EBB-BE69-3CB106BD7D0D}"/>
              </a:ext>
            </a:extLst>
          </p:cNvPr>
          <p:cNvSpPr>
            <a:spLocks noGrp="1"/>
          </p:cNvSpPr>
          <p:nvPr/>
        </p:nvSpPr>
        <p:spPr>
          <a:xfrm>
            <a:off x="10088575" y="6391656"/>
            <a:ext cx="1463040" cy="256032"/>
          </a:xfrm>
          <a:prstGeom prst="rect">
            <a:avLst/>
          </a:prstGeom>
          <a:noFill/>
        </p:spPr>
        <p:txBody>
          <a:bodyPr wrap="square" lIns="0" tIns="0" rIns="0" bIns="0" anchor="ctr"/>
          <a:lstStyle/>
          <a:p>
            <a:pPr marL="0" indent="0" algn="r">
              <a:lnSpc>
                <a:spcPct val="115000"/>
              </a:lnSpc>
              <a:buNone/>
              <a:defRPr sz="900">
                <a:latin typeface="Noto Sans KR"/>
                <a:ea typeface="Noto Sans KR"/>
                <a:cs typeface="Noto Sans KR"/>
              </a:defRPr>
            </a:pPr>
            <a:r>
              <a:rPr sz="900" spc="100">
                <a:solidFill>
                  <a:srgbClr val="5B6A6C"/>
                </a:solidFill>
                <a:latin typeface="Noto Sans KR"/>
                <a:ea typeface="Noto Sans KR"/>
                <a:cs typeface="Noto Sans KR"/>
              </a:rPr>
              <a:t>APPENDIX 1</a:t>
            </a:r>
            <a:endParaRPr sz="850"/>
          </a:p>
        </p:txBody>
      </p:sp>
      <p:sp>
        <p:nvSpPr>
          <p:cNvPr id="33" name="직사각형 32">
            <a:extLst>
              <a:ext uri="{FF2B5EF4-FFF2-40B4-BE49-F238E27FC236}">
                <a16:creationId xmlns:a16="http://schemas.microsoft.com/office/drawing/2014/main" id="{9E76CE9F-3E2E-4467-84E8-6C31134D0C58}"/>
              </a:ext>
            </a:extLst>
          </p:cNvPr>
          <p:cNvSpPr>
            <a:spLocks noGrp="1"/>
          </p:cNvSpPr>
          <p:nvPr/>
        </p:nvSpPr>
        <p:spPr>
          <a:xfrm>
            <a:off x="638175" y="2000250"/>
            <a:ext cx="10877550" cy="428625"/>
          </a:xfrm>
          <a:prstGeom prst="rect">
            <a:avLst/>
          </a:prstGeom>
          <a:noFill/>
          <a:ln w="0">
            <a:noFill/>
          </a:ln>
        </p:spPr>
        <p:txBody>
          <a:bodyPr>
            <a:noAutofit/>
          </a:bodyPr>
          <a:lstStyle/>
          <a:p>
            <a:pPr>
              <a:lnSpc>
                <a:spcPct val="115000"/>
              </a:lnSpc>
              <a:buNone/>
              <a:defRPr sz="1875" b="1">
                <a:solidFill>
                  <a:srgbClr val="247C85"/>
                </a:solidFill>
                <a:latin typeface="Noto Sans KR"/>
                <a:ea typeface="Noto Sans KR"/>
                <a:cs typeface="Noto Sans KR"/>
              </a:defRPr>
            </a:pPr>
            <a:r>
              <a:rPr sz="1875" b="1">
                <a:solidFill>
                  <a:srgbClr val="247C85"/>
                </a:solidFill>
                <a:latin typeface="Noto Sans KR"/>
                <a:ea typeface="Noto Sans KR"/>
                <a:cs typeface="Noto Sans KR"/>
              </a:rPr>
              <a:t>과거 기간을 선택해도 당시의 모든 상태가 복원되는 것은 아닙니다.</a:t>
            </a:r>
          </a:p>
        </p:txBody>
      </p:sp>
    </p:spTree>
    <p:extLst>
      <p:ext uri="{BB962C8B-B14F-4D97-AF65-F5344CB8AC3E}">
        <p14:creationId xmlns:p14="http://schemas.microsoft.com/office/powerpoint/2010/main" val="18802443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D8AF6985-0F92-407F-AC32-3A0A36C24FBF}"/>
              </a:ext>
            </a:extLst>
          </p:cNvPr>
          <p:cNvSpPr>
            <a:spLocks noGrp="1"/>
          </p:cNvSpPr>
          <p:nvPr/>
        </p:nvSpPr>
        <p:spPr>
          <a:xfrm>
            <a:off x="640080" y="420624"/>
            <a:ext cx="2560320" cy="365760"/>
          </a:xfrm>
          <a:prstGeom prst="roundRect">
            <a:avLst>
              <a:gd name="adj" fmla="val 20000"/>
            </a:avLst>
          </a:prstGeom>
          <a:solidFill>
            <a:srgbClr val="2C7E82"/>
          </a:solidFill>
        </p:spPr>
        <p:txBody>
          <a:bodyPr/>
          <a:lstStyle/>
          <a:p>
            <a:endParaRPr lang="ko-KR" altLang="en-US"/>
          </a:p>
        </p:txBody>
      </p:sp>
      <p:sp>
        <p:nvSpPr>
          <p:cNvPr id="3" name="Text 1">
            <a:extLst>
              <a:ext uri="{FF2B5EF4-FFF2-40B4-BE49-F238E27FC236}">
                <a16:creationId xmlns:a16="http://schemas.microsoft.com/office/drawing/2014/main" id="{DD717D7C-DA17-4EF8-AE19-96DC00E80D08}"/>
              </a:ext>
            </a:extLst>
          </p:cNvPr>
          <p:cNvSpPr>
            <a:spLocks noGrp="1"/>
          </p:cNvSpPr>
          <p:nvPr/>
        </p:nvSpPr>
        <p:spPr>
          <a:xfrm>
            <a:off x="640080" y="420624"/>
            <a:ext cx="2560320" cy="365760"/>
          </a:xfrm>
          <a:prstGeom prst="rect">
            <a:avLst/>
          </a:prstGeom>
          <a:noFill/>
        </p:spPr>
        <p:txBody>
          <a:bodyPr wrap="square" lIns="0" tIns="0" rIns="0" bIns="0" anchor="ctr">
            <a:noAutofit/>
          </a:bodyPr>
          <a:lstStyle/>
          <a:p>
            <a:pPr marL="0" indent="0" algn="ctr">
              <a:lnSpc>
                <a:spcPct val="115000"/>
              </a:lnSpc>
              <a:buNone/>
              <a:defRPr>
                <a:latin typeface="Noto Sans KR"/>
                <a:ea typeface="Noto Sans KR"/>
                <a:cs typeface="Noto Sans KR"/>
              </a:defRPr>
            </a:pPr>
            <a:r>
              <a:rPr sz="1050" b="1" spc="200">
                <a:solidFill>
                  <a:srgbClr val="FFFFFF"/>
                </a:solidFill>
                <a:latin typeface="Noto Sans KR"/>
                <a:ea typeface="Noto Sans KR"/>
                <a:cs typeface="Noto Sans KR"/>
              </a:rPr>
              <a:t>APPENDIX A2 · 데이터·운영</a:t>
            </a:r>
            <a:endParaRPr sz="1050"/>
          </a:p>
        </p:txBody>
      </p:sp>
      <p:sp>
        <p:nvSpPr>
          <p:cNvPr id="4" name="Text 2">
            <a:extLst>
              <a:ext uri="{FF2B5EF4-FFF2-40B4-BE49-F238E27FC236}">
                <a16:creationId xmlns:a16="http://schemas.microsoft.com/office/drawing/2014/main" id="{E75C952B-1F25-4933-8482-0B3CBD32A279}"/>
              </a:ext>
            </a:extLst>
          </p:cNvPr>
          <p:cNvSpPr>
            <a:spLocks noGrp="1"/>
          </p:cNvSpPr>
          <p:nvPr/>
        </p:nvSpPr>
        <p:spPr>
          <a:xfrm>
            <a:off x="640080" y="914400"/>
            <a:ext cx="7406640" cy="685800"/>
          </a:xfrm>
          <a:prstGeom prst="rect">
            <a:avLst/>
          </a:prstGeom>
          <a:noFill/>
        </p:spPr>
        <p:txBody>
          <a:bodyPr wrap="square" lIns="0" tIns="0" rIns="0" bIns="0" anchor="t">
            <a:noAutofit/>
          </a:bodyPr>
          <a:lstStyle/>
          <a:p>
            <a:pPr marL="0" indent="0">
              <a:lnSpc>
                <a:spcPct val="115000"/>
              </a:lnSpc>
              <a:buNone/>
              <a:defRPr sz="2700" b="1">
                <a:solidFill>
                  <a:srgbClr val="172A2D"/>
                </a:solidFill>
                <a:latin typeface="Noto Sans KR"/>
                <a:ea typeface="Noto Sans KR"/>
                <a:cs typeface="Noto Sans KR"/>
              </a:defRPr>
            </a:pPr>
            <a:r>
              <a:rPr sz="2700" b="1">
                <a:solidFill>
                  <a:srgbClr val="172A2D"/>
                </a:solidFill>
                <a:latin typeface="Noto Sans KR"/>
                <a:ea typeface="Noto Sans KR"/>
                <a:cs typeface="Noto Sans KR"/>
              </a:rPr>
              <a:t>저장 위치와 운영 조건을 함께 확인합니다</a:t>
            </a:r>
            <a:endParaRPr sz="2500"/>
          </a:p>
        </p:txBody>
      </p:sp>
      <p:sp>
        <p:nvSpPr>
          <p:cNvPr id="5" name="Shape 3">
            <a:extLst>
              <a:ext uri="{FF2B5EF4-FFF2-40B4-BE49-F238E27FC236}">
                <a16:creationId xmlns:a16="http://schemas.microsoft.com/office/drawing/2014/main" id="{F83CF5E7-7758-4E38-A32E-87693EE1C707}"/>
              </a:ext>
            </a:extLst>
          </p:cNvPr>
          <p:cNvSpPr>
            <a:spLocks noGrp="1"/>
          </p:cNvSpPr>
          <p:nvPr/>
        </p:nvSpPr>
        <p:spPr>
          <a:xfrm>
            <a:off x="8214055" y="420624"/>
            <a:ext cx="1554480" cy="960120"/>
          </a:xfrm>
          <a:prstGeom prst="roundRect">
            <a:avLst>
              <a:gd name="adj" fmla="val 7619"/>
            </a:avLst>
          </a:prstGeom>
          <a:solidFill>
            <a:srgbClr val="EBF6F7"/>
          </a:solidFill>
          <a:ln w="12700">
            <a:solidFill>
              <a:srgbClr val="D6EEF0"/>
            </a:solidFill>
            <a:prstDash val="solid"/>
          </a:ln>
        </p:spPr>
        <p:txBody>
          <a:bodyPr/>
          <a:lstStyle/>
          <a:p>
            <a:endParaRPr lang="ko-KR" altLang="en-US"/>
          </a:p>
        </p:txBody>
      </p:sp>
      <p:sp>
        <p:nvSpPr>
          <p:cNvPr id="6" name="Text 4">
            <a:extLst>
              <a:ext uri="{FF2B5EF4-FFF2-40B4-BE49-F238E27FC236}">
                <a16:creationId xmlns:a16="http://schemas.microsoft.com/office/drawing/2014/main" id="{42567FA6-1181-429F-BE95-5906F92919A5}"/>
              </a:ext>
            </a:extLst>
          </p:cNvPr>
          <p:cNvSpPr>
            <a:spLocks noGrp="1"/>
          </p:cNvSpPr>
          <p:nvPr/>
        </p:nvSpPr>
        <p:spPr>
          <a:xfrm>
            <a:off x="8287207" y="530352"/>
            <a:ext cx="1408176" cy="411480"/>
          </a:xfrm>
          <a:prstGeom prst="rect">
            <a:avLst/>
          </a:prstGeom>
          <a:noFill/>
        </p:spPr>
        <p:txBody>
          <a:bodyPr wrap="square" lIns="0" tIns="0" rIns="0" bIns="0" anchor="ctr">
            <a:noAutofit/>
          </a:bodyPr>
          <a:lstStyle/>
          <a:p>
            <a:pPr marL="0" indent="0" algn="ctr">
              <a:lnSpc>
                <a:spcPct val="115000"/>
              </a:lnSpc>
              <a:buNone/>
              <a:defRPr sz="2100" b="1">
                <a:solidFill>
                  <a:srgbClr val="247C85"/>
                </a:solidFill>
                <a:latin typeface="Noto Sans KR"/>
                <a:ea typeface="Noto Sans KR"/>
                <a:cs typeface="Noto Sans KR"/>
              </a:defRPr>
            </a:pPr>
            <a:r>
              <a:rPr sz="2100" b="1">
                <a:solidFill>
                  <a:srgbClr val="247C85"/>
                </a:solidFill>
                <a:latin typeface="Noto Sans KR"/>
                <a:ea typeface="Noto Sans KR"/>
                <a:cs typeface="Noto Sans KR"/>
              </a:rPr>
              <a:t>Cloud</a:t>
            </a:r>
            <a:endParaRPr sz="1600"/>
          </a:p>
        </p:txBody>
      </p:sp>
      <p:sp>
        <p:nvSpPr>
          <p:cNvPr id="7" name="Text 5">
            <a:extLst>
              <a:ext uri="{FF2B5EF4-FFF2-40B4-BE49-F238E27FC236}">
                <a16:creationId xmlns:a16="http://schemas.microsoft.com/office/drawing/2014/main" id="{5C35D970-24C9-4E56-A947-7DC04D2F8798}"/>
              </a:ext>
            </a:extLst>
          </p:cNvPr>
          <p:cNvSpPr>
            <a:spLocks noGrp="1"/>
          </p:cNvSpPr>
          <p:nvPr/>
        </p:nvSpPr>
        <p:spPr>
          <a:xfrm>
            <a:off x="8287207" y="969264"/>
            <a:ext cx="1408176" cy="320040"/>
          </a:xfrm>
          <a:prstGeom prst="rect">
            <a:avLst/>
          </a:prstGeom>
          <a:noFill/>
        </p:spPr>
        <p:txBody>
          <a:bodyPr wrap="square" lIns="0" tIns="0" rIns="0" bIns="0" anchor="t">
            <a:noAutofit/>
          </a:bodyPr>
          <a:lstStyle/>
          <a:p>
            <a:pPr marL="0" indent="0" algn="ctr">
              <a:lnSpc>
                <a:spcPct val="115000"/>
              </a:lnSpc>
              <a:buNone/>
              <a:defRPr>
                <a:latin typeface="Noto Sans KR"/>
                <a:ea typeface="Noto Sans KR"/>
                <a:cs typeface="Noto Sans KR"/>
              </a:defRPr>
            </a:pPr>
            <a:r>
              <a:rPr sz="850">
                <a:solidFill>
                  <a:srgbClr val="5B6A6C"/>
                </a:solidFill>
                <a:latin typeface="Noto Sans KR"/>
                <a:ea typeface="Noto Sans KR"/>
                <a:cs typeface="Noto Sans KR"/>
              </a:rPr>
              <a:t>Jira Cloud 전용</a:t>
            </a:r>
            <a:endParaRPr sz="850"/>
          </a:p>
        </p:txBody>
      </p:sp>
      <p:sp>
        <p:nvSpPr>
          <p:cNvPr id="8" name="Shape 6">
            <a:extLst>
              <a:ext uri="{FF2B5EF4-FFF2-40B4-BE49-F238E27FC236}">
                <a16:creationId xmlns:a16="http://schemas.microsoft.com/office/drawing/2014/main" id="{F99DC69F-C857-4D02-9B44-C9A163296995}"/>
              </a:ext>
            </a:extLst>
          </p:cNvPr>
          <p:cNvSpPr>
            <a:spLocks noGrp="1"/>
          </p:cNvSpPr>
          <p:nvPr/>
        </p:nvSpPr>
        <p:spPr>
          <a:xfrm>
            <a:off x="9997135" y="420624"/>
            <a:ext cx="1554480" cy="960120"/>
          </a:xfrm>
          <a:prstGeom prst="roundRect">
            <a:avLst>
              <a:gd name="adj" fmla="val 7619"/>
            </a:avLst>
          </a:prstGeom>
          <a:solidFill>
            <a:srgbClr val="EBF6F7"/>
          </a:solidFill>
          <a:ln w="12700">
            <a:solidFill>
              <a:srgbClr val="D6EEF0"/>
            </a:solidFill>
            <a:prstDash val="solid"/>
          </a:ln>
        </p:spPr>
        <p:txBody>
          <a:bodyPr/>
          <a:lstStyle/>
          <a:p>
            <a:endParaRPr lang="ko-KR" altLang="en-US"/>
          </a:p>
        </p:txBody>
      </p:sp>
      <p:sp>
        <p:nvSpPr>
          <p:cNvPr id="9" name="Text 7">
            <a:extLst>
              <a:ext uri="{FF2B5EF4-FFF2-40B4-BE49-F238E27FC236}">
                <a16:creationId xmlns:a16="http://schemas.microsoft.com/office/drawing/2014/main" id="{002BEEA4-0F93-4BC7-BC94-8C65DA168935}"/>
              </a:ext>
            </a:extLst>
          </p:cNvPr>
          <p:cNvSpPr>
            <a:spLocks noGrp="1"/>
          </p:cNvSpPr>
          <p:nvPr/>
        </p:nvSpPr>
        <p:spPr>
          <a:xfrm>
            <a:off x="10070287" y="530352"/>
            <a:ext cx="1408176" cy="411480"/>
          </a:xfrm>
          <a:prstGeom prst="rect">
            <a:avLst/>
          </a:prstGeom>
          <a:noFill/>
        </p:spPr>
        <p:txBody>
          <a:bodyPr wrap="square" lIns="0" tIns="0" rIns="0" bIns="0" anchor="ctr">
            <a:noAutofit/>
          </a:bodyPr>
          <a:lstStyle/>
          <a:p>
            <a:pPr marL="0" indent="0" algn="ctr">
              <a:lnSpc>
                <a:spcPct val="115000"/>
              </a:lnSpc>
              <a:buNone/>
              <a:defRPr sz="2100" b="1">
                <a:solidFill>
                  <a:srgbClr val="247C85"/>
                </a:solidFill>
                <a:latin typeface="Noto Sans KR"/>
                <a:ea typeface="Noto Sans KR"/>
                <a:cs typeface="Noto Sans KR"/>
              </a:defRPr>
            </a:pPr>
            <a:r>
              <a:rPr sz="2100" b="1">
                <a:solidFill>
                  <a:srgbClr val="247C85"/>
                </a:solidFill>
                <a:latin typeface="Noto Sans KR"/>
                <a:ea typeface="Noto Sans KR"/>
                <a:cs typeface="Noto Sans KR"/>
              </a:rPr>
              <a:t>Forge</a:t>
            </a:r>
            <a:endParaRPr sz="1600"/>
          </a:p>
        </p:txBody>
      </p:sp>
      <p:sp>
        <p:nvSpPr>
          <p:cNvPr id="10" name="Text 8">
            <a:extLst>
              <a:ext uri="{FF2B5EF4-FFF2-40B4-BE49-F238E27FC236}">
                <a16:creationId xmlns:a16="http://schemas.microsoft.com/office/drawing/2014/main" id="{BB7BB741-E9A6-4B84-AAC0-981806FBB91F}"/>
              </a:ext>
            </a:extLst>
          </p:cNvPr>
          <p:cNvSpPr>
            <a:spLocks noGrp="1"/>
          </p:cNvSpPr>
          <p:nvPr/>
        </p:nvSpPr>
        <p:spPr>
          <a:xfrm>
            <a:off x="10070287" y="969264"/>
            <a:ext cx="1408176" cy="320040"/>
          </a:xfrm>
          <a:prstGeom prst="rect">
            <a:avLst/>
          </a:prstGeom>
          <a:noFill/>
        </p:spPr>
        <p:txBody>
          <a:bodyPr wrap="square" lIns="0" tIns="0" rIns="0" bIns="0" anchor="t">
            <a:noAutofit/>
          </a:bodyPr>
          <a:lstStyle/>
          <a:p>
            <a:pPr marL="0" indent="0" algn="ctr">
              <a:lnSpc>
                <a:spcPct val="115000"/>
              </a:lnSpc>
              <a:buNone/>
              <a:defRPr>
                <a:latin typeface="Noto Sans KR"/>
                <a:ea typeface="Noto Sans KR"/>
                <a:cs typeface="Noto Sans KR"/>
              </a:defRPr>
            </a:pPr>
            <a:r>
              <a:rPr sz="850">
                <a:solidFill>
                  <a:srgbClr val="5B6A6C"/>
                </a:solidFill>
                <a:latin typeface="Noto Sans KR"/>
                <a:ea typeface="Noto Sans KR"/>
                <a:cs typeface="Noto Sans KR"/>
              </a:rPr>
              <a:t>앱 실행·저장 기반</a:t>
            </a:r>
            <a:endParaRPr sz="850"/>
          </a:p>
        </p:txBody>
      </p:sp>
      <p:sp>
        <p:nvSpPr>
          <p:cNvPr id="11" name="Text 9">
            <a:extLst>
              <a:ext uri="{FF2B5EF4-FFF2-40B4-BE49-F238E27FC236}">
                <a16:creationId xmlns:a16="http://schemas.microsoft.com/office/drawing/2014/main" id="{935E94C0-5428-4D8A-B51F-8006DBE85E80}"/>
              </a:ext>
            </a:extLst>
          </p:cNvPr>
          <p:cNvSpPr>
            <a:spLocks noGrp="1"/>
          </p:cNvSpPr>
          <p:nvPr/>
        </p:nvSpPr>
        <p:spPr>
          <a:xfrm>
            <a:off x="640080" y="1572768"/>
            <a:ext cx="7680960" cy="502920"/>
          </a:xfrm>
          <a:prstGeom prst="rect">
            <a:avLst/>
          </a:prstGeom>
          <a:noFill/>
        </p:spPr>
        <p:txBody>
          <a:bodyPr wrap="square" lIns="0" tIns="0" rIns="0" bIns="0" anchor="ctr">
            <a:noAutofit/>
          </a:bodyPr>
          <a:lstStyle/>
          <a:p>
            <a:pPr marL="0" indent="0">
              <a:lnSpc>
                <a:spcPct val="115000"/>
              </a:lnSpc>
              <a:buNone/>
              <a:defRPr sz="1650">
                <a:latin typeface="Noto Sans KR"/>
                <a:ea typeface="Noto Sans KR"/>
                <a:cs typeface="Noto Sans KR"/>
              </a:defRPr>
            </a:pPr>
            <a:r>
              <a:rPr sz="1650">
                <a:solidFill>
                  <a:srgbClr val="5B6A6C"/>
                </a:solidFill>
                <a:latin typeface="Noto Sans KR"/>
                <a:ea typeface="Noto Sans KR"/>
                <a:cs typeface="Noto Sans KR"/>
              </a:rPr>
              <a:t>고객의 별도 앱 서버 구축 부담을 줄이며, 앱 업데이트·설정 관리는 필요합니다.</a:t>
            </a:r>
            <a:endParaRPr sz="1150"/>
          </a:p>
        </p:txBody>
      </p:sp>
      <p:sp>
        <p:nvSpPr>
          <p:cNvPr id="12" name="Shape 10">
            <a:extLst>
              <a:ext uri="{FF2B5EF4-FFF2-40B4-BE49-F238E27FC236}">
                <a16:creationId xmlns:a16="http://schemas.microsoft.com/office/drawing/2014/main" id="{1AB7DDEA-58F6-42AA-AC4C-37B7BDAB968C}"/>
              </a:ext>
            </a:extLst>
          </p:cNvPr>
          <p:cNvSpPr>
            <a:spLocks noGrp="1"/>
          </p:cNvSpPr>
          <p:nvPr/>
        </p:nvSpPr>
        <p:spPr>
          <a:xfrm>
            <a:off x="640080" y="2212848"/>
            <a:ext cx="6903720" cy="3931920"/>
          </a:xfrm>
          <a:prstGeom prst="roundRect">
            <a:avLst>
              <a:gd name="adj" fmla="val 1860"/>
            </a:avLst>
          </a:prstGeom>
          <a:solidFill>
            <a:srgbClr val="F7FBFC"/>
          </a:solidFill>
          <a:ln w="15875">
            <a:solidFill>
              <a:srgbClr val="DCE8E9"/>
            </a:solidFill>
            <a:prstDash val="solid"/>
          </a:ln>
          <a:effectLst>
            <a:outerShdw blurRad="114300" dist="38100" dir="5400000" algn="bl" rotWithShape="0">
              <a:srgbClr val="9FC4C6">
                <a:alpha val="28000"/>
              </a:srgbClr>
            </a:outerShdw>
          </a:effectLst>
        </p:spPr>
        <p:txBody>
          <a:bodyPr/>
          <a:lstStyle/>
          <a:p>
            <a:endParaRPr lang="ko-KR" altLang="en-US"/>
          </a:p>
        </p:txBody>
      </p:sp>
      <p:sp>
        <p:nvSpPr>
          <p:cNvPr id="14" name="Text 11">
            <a:extLst>
              <a:ext uri="{FF2B5EF4-FFF2-40B4-BE49-F238E27FC236}">
                <a16:creationId xmlns:a16="http://schemas.microsoft.com/office/drawing/2014/main" id="{6797CA37-F836-4D39-8E8A-FC9ABC1EE2EB}"/>
              </a:ext>
            </a:extLst>
          </p:cNvPr>
          <p:cNvSpPr>
            <a:spLocks noGrp="1"/>
          </p:cNvSpPr>
          <p:nvPr/>
        </p:nvSpPr>
        <p:spPr>
          <a:xfrm>
            <a:off x="822960" y="5760720"/>
            <a:ext cx="6537960" cy="292608"/>
          </a:xfrm>
          <a:prstGeom prst="rect">
            <a:avLst/>
          </a:prstGeom>
          <a:noFill/>
        </p:spPr>
        <p:txBody>
          <a:bodyPr wrap="square" lIns="0" tIns="0" rIns="0" bIns="0" anchor="ctr">
            <a:noAutofit/>
          </a:bodyPr>
          <a:lstStyle/>
          <a:p>
            <a:pPr marL="0" indent="0">
              <a:lnSpc>
                <a:spcPct val="115000"/>
              </a:lnSpc>
              <a:buNone/>
              <a:defRPr sz="1200">
                <a:solidFill>
                  <a:srgbClr val="5B6A6C"/>
                </a:solidFill>
                <a:latin typeface="Noto Sans KR"/>
                <a:ea typeface="Noto Sans KR"/>
                <a:cs typeface="Noto Sans KR"/>
              </a:defRPr>
            </a:pPr>
            <a:r>
              <a:rPr sz="1200" b="1">
                <a:solidFill>
                  <a:srgbClr val="5B6A6C"/>
                </a:solidFill>
                <a:latin typeface="Noto Sans KR"/>
                <a:ea typeface="Noto Sans KR"/>
                <a:cs typeface="Noto Sans KR"/>
              </a:rPr>
              <a:t>Forge 기반만으로 외부 전송 없음이나 특정 보안 인증을 주장하지 않습니다.</a:t>
            </a:r>
            <a:endParaRPr sz="850"/>
          </a:p>
        </p:txBody>
      </p:sp>
      <p:sp>
        <p:nvSpPr>
          <p:cNvPr id="15" name="Text 12">
            <a:extLst>
              <a:ext uri="{FF2B5EF4-FFF2-40B4-BE49-F238E27FC236}">
                <a16:creationId xmlns:a16="http://schemas.microsoft.com/office/drawing/2014/main" id="{E65FB9F3-5517-43C4-B2EE-1F45F393E9B0}"/>
              </a:ext>
            </a:extLst>
          </p:cNvPr>
          <p:cNvSpPr>
            <a:spLocks noGrp="1"/>
          </p:cNvSpPr>
          <p:nvPr/>
        </p:nvSpPr>
        <p:spPr>
          <a:xfrm>
            <a:off x="8001000" y="2212848"/>
            <a:ext cx="3550615" cy="685800"/>
          </a:xfrm>
          <a:prstGeom prst="rect">
            <a:avLst/>
          </a:prstGeom>
          <a:noFill/>
        </p:spPr>
        <p:txBody>
          <a:bodyPr wrap="square" lIns="0" tIns="0" rIns="0" bIns="0" anchor="ctr">
            <a:noAutofit/>
          </a:bodyPr>
          <a:lstStyle/>
          <a:p>
            <a:pPr marL="0" indent="0">
              <a:lnSpc>
                <a:spcPct val="115000"/>
              </a:lnSpc>
              <a:buNone/>
              <a:defRPr>
                <a:latin typeface="Noto Sans KR"/>
                <a:ea typeface="Noto Sans KR"/>
                <a:cs typeface="Noto Sans KR"/>
              </a:defRPr>
            </a:pPr>
            <a:r>
              <a:rPr sz="1700" b="1">
                <a:solidFill>
                  <a:srgbClr val="17282B"/>
                </a:solidFill>
                <a:latin typeface="Noto Sans KR"/>
                <a:ea typeface="Noto Sans KR"/>
                <a:cs typeface="Noto Sans KR"/>
              </a:rPr>
              <a:t>확인에서 판단으로</a:t>
            </a:r>
            <a:endParaRPr sz="1700"/>
          </a:p>
        </p:txBody>
      </p:sp>
      <p:sp>
        <p:nvSpPr>
          <p:cNvPr id="16" name="Shape 13">
            <a:extLst>
              <a:ext uri="{FF2B5EF4-FFF2-40B4-BE49-F238E27FC236}">
                <a16:creationId xmlns:a16="http://schemas.microsoft.com/office/drawing/2014/main" id="{A624E3F1-64EF-4B7B-A444-C76474FFF30B}"/>
              </a:ext>
            </a:extLst>
          </p:cNvPr>
          <p:cNvSpPr>
            <a:spLocks noGrp="1"/>
          </p:cNvSpPr>
          <p:nvPr/>
        </p:nvSpPr>
        <p:spPr>
          <a:xfrm>
            <a:off x="8001000" y="2944368"/>
            <a:ext cx="365760" cy="365760"/>
          </a:xfrm>
          <a:prstGeom prst="ellipse">
            <a:avLst/>
          </a:prstGeom>
          <a:solidFill>
            <a:srgbClr val="D6EEF0"/>
          </a:solidFill>
        </p:spPr>
        <p:txBody>
          <a:bodyPr/>
          <a:lstStyle/>
          <a:p>
            <a:endParaRPr lang="ko-KR" altLang="en-US"/>
          </a:p>
        </p:txBody>
      </p:sp>
      <p:sp>
        <p:nvSpPr>
          <p:cNvPr id="17" name="Text 14">
            <a:extLst>
              <a:ext uri="{FF2B5EF4-FFF2-40B4-BE49-F238E27FC236}">
                <a16:creationId xmlns:a16="http://schemas.microsoft.com/office/drawing/2014/main" id="{6C217427-FD5A-4067-AF34-CBF47FA68F21}"/>
              </a:ext>
            </a:extLst>
          </p:cNvPr>
          <p:cNvSpPr>
            <a:spLocks noGrp="1"/>
          </p:cNvSpPr>
          <p:nvPr/>
        </p:nvSpPr>
        <p:spPr>
          <a:xfrm>
            <a:off x="8001000" y="2944368"/>
            <a:ext cx="365760" cy="365760"/>
          </a:xfrm>
          <a:prstGeom prst="rect">
            <a:avLst/>
          </a:prstGeom>
          <a:noFill/>
        </p:spPr>
        <p:txBody>
          <a:bodyPr wrap="square" lIns="0" tIns="0" rIns="0" bIns="0" anchor="ctr"/>
          <a:lstStyle/>
          <a:p>
            <a:pPr marL="0" indent="0" algn="ctr">
              <a:lnSpc>
                <a:spcPct val="115000"/>
              </a:lnSpc>
              <a:buNone/>
            </a:pPr>
            <a:r>
              <a:rPr sz="1250" b="1">
                <a:solidFill>
                  <a:srgbClr val="2C7E82"/>
                </a:solidFill>
                <a:latin typeface="Noto Sans KR"/>
                <a:ea typeface="Noto Sans KR"/>
                <a:cs typeface="Noto Sans KR"/>
              </a:rPr>
              <a:t>1</a:t>
            </a:r>
            <a:endParaRPr sz="1250"/>
          </a:p>
        </p:txBody>
      </p:sp>
      <p:sp>
        <p:nvSpPr>
          <p:cNvPr id="18" name="Text 15">
            <a:extLst>
              <a:ext uri="{FF2B5EF4-FFF2-40B4-BE49-F238E27FC236}">
                <a16:creationId xmlns:a16="http://schemas.microsoft.com/office/drawing/2014/main" id="{138E5EDA-1D30-4178-9C1C-93EB811BE910}"/>
              </a:ext>
            </a:extLst>
          </p:cNvPr>
          <p:cNvSpPr>
            <a:spLocks noGrp="1"/>
          </p:cNvSpPr>
          <p:nvPr/>
        </p:nvSpPr>
        <p:spPr>
          <a:xfrm>
            <a:off x="8513064" y="2898648"/>
            <a:ext cx="3038551" cy="274320"/>
          </a:xfrm>
          <a:prstGeom prst="rect">
            <a:avLst/>
          </a:prstGeom>
          <a:noFill/>
        </p:spPr>
        <p:txBody>
          <a:bodyPr wrap="square" lIns="0" tIns="0" rIns="0" bIns="0" anchor="ctr">
            <a:noAutofit/>
          </a:bodyPr>
          <a:lstStyle/>
          <a:p>
            <a:pPr marL="0" indent="0">
              <a:lnSpc>
                <a:spcPct val="115000"/>
              </a:lnSpc>
              <a:buNone/>
              <a:defRPr sz="1725" b="1">
                <a:solidFill>
                  <a:srgbClr val="172A2D"/>
                </a:solidFill>
                <a:latin typeface="Noto Sans KR"/>
                <a:ea typeface="Noto Sans KR"/>
                <a:cs typeface="Noto Sans KR"/>
              </a:defRPr>
            </a:pPr>
            <a:r>
              <a:rPr sz="1725" b="1">
                <a:solidFill>
                  <a:srgbClr val="172A2D"/>
                </a:solidFill>
                <a:latin typeface="Noto Sans KR"/>
                <a:ea typeface="Noto Sans KR"/>
                <a:cs typeface="Noto Sans KR"/>
              </a:rPr>
              <a:t>전사 갱신</a:t>
            </a:r>
            <a:endParaRPr sz="1200"/>
          </a:p>
        </p:txBody>
      </p:sp>
      <p:sp>
        <p:nvSpPr>
          <p:cNvPr id="19" name="Text 16">
            <a:extLst>
              <a:ext uri="{FF2B5EF4-FFF2-40B4-BE49-F238E27FC236}">
                <a16:creationId xmlns:a16="http://schemas.microsoft.com/office/drawing/2014/main" id="{E6C98D1B-1D4E-4757-B9DF-B983AB11268C}"/>
              </a:ext>
            </a:extLst>
          </p:cNvPr>
          <p:cNvSpPr>
            <a:spLocks noGrp="1"/>
          </p:cNvSpPr>
          <p:nvPr/>
        </p:nvSpPr>
        <p:spPr>
          <a:xfrm>
            <a:off x="8513064" y="3154680"/>
            <a:ext cx="3038551" cy="502920"/>
          </a:xfrm>
          <a:prstGeom prst="rect">
            <a:avLst/>
          </a:prstGeom>
          <a:noFill/>
        </p:spPr>
        <p:txBody>
          <a:bodyPr wrap="square" lIns="0" tIns="0" rIns="0" bIns="0" anchor="t">
            <a:noAutofit/>
          </a:bodyPr>
          <a:lstStyle/>
          <a:p>
            <a:pPr marL="0" indent="0">
              <a:lnSpc>
                <a:spcPct val="115000"/>
              </a:lnSpc>
              <a:buNone/>
              <a:defRPr sz="1500">
                <a:solidFill>
                  <a:srgbClr val="5B6A6C"/>
                </a:solidFill>
                <a:latin typeface="Noto Sans KR"/>
                <a:ea typeface="Noto Sans KR"/>
                <a:cs typeface="Noto Sans KR"/>
              </a:defRPr>
            </a:pPr>
            <a:r>
              <a:rPr sz="1500">
                <a:solidFill>
                  <a:srgbClr val="5B6A6C"/>
                </a:solidFill>
                <a:latin typeface="Noto Sans KR"/>
                <a:ea typeface="Noto Sans KR"/>
                <a:cs typeface="Noto Sans KR"/>
              </a:rPr>
              <a:t>일 단위 배치 스냅샷</a:t>
            </a:r>
            <a:endParaRPr sz="1000"/>
          </a:p>
        </p:txBody>
      </p:sp>
      <p:sp>
        <p:nvSpPr>
          <p:cNvPr id="20" name="Shape 17">
            <a:extLst>
              <a:ext uri="{FF2B5EF4-FFF2-40B4-BE49-F238E27FC236}">
                <a16:creationId xmlns:a16="http://schemas.microsoft.com/office/drawing/2014/main" id="{9F581E2F-2097-4B40-9DA5-060C3DF2814F}"/>
              </a:ext>
            </a:extLst>
          </p:cNvPr>
          <p:cNvSpPr>
            <a:spLocks noGrp="1"/>
          </p:cNvSpPr>
          <p:nvPr/>
        </p:nvSpPr>
        <p:spPr>
          <a:xfrm>
            <a:off x="8001000" y="3712464"/>
            <a:ext cx="365760" cy="365760"/>
          </a:xfrm>
          <a:prstGeom prst="ellipse">
            <a:avLst/>
          </a:prstGeom>
          <a:solidFill>
            <a:srgbClr val="D6EEF0"/>
          </a:solidFill>
        </p:spPr>
        <p:txBody>
          <a:bodyPr/>
          <a:lstStyle/>
          <a:p>
            <a:endParaRPr lang="ko-KR" altLang="en-US"/>
          </a:p>
        </p:txBody>
      </p:sp>
      <p:sp>
        <p:nvSpPr>
          <p:cNvPr id="21" name="Text 18">
            <a:extLst>
              <a:ext uri="{FF2B5EF4-FFF2-40B4-BE49-F238E27FC236}">
                <a16:creationId xmlns:a16="http://schemas.microsoft.com/office/drawing/2014/main" id="{6F669F1D-F087-423D-8ED7-AFDE3A12CF6B}"/>
              </a:ext>
            </a:extLst>
          </p:cNvPr>
          <p:cNvSpPr>
            <a:spLocks noGrp="1"/>
          </p:cNvSpPr>
          <p:nvPr/>
        </p:nvSpPr>
        <p:spPr>
          <a:xfrm>
            <a:off x="8001000" y="3712464"/>
            <a:ext cx="365760" cy="365760"/>
          </a:xfrm>
          <a:prstGeom prst="rect">
            <a:avLst/>
          </a:prstGeom>
          <a:noFill/>
        </p:spPr>
        <p:txBody>
          <a:bodyPr wrap="square" lIns="0" tIns="0" rIns="0" bIns="0" anchor="ctr"/>
          <a:lstStyle/>
          <a:p>
            <a:pPr marL="0" indent="0" algn="ctr">
              <a:lnSpc>
                <a:spcPct val="115000"/>
              </a:lnSpc>
              <a:buNone/>
            </a:pPr>
            <a:r>
              <a:rPr sz="1250" b="1">
                <a:solidFill>
                  <a:srgbClr val="2C7E82"/>
                </a:solidFill>
                <a:latin typeface="Noto Sans KR"/>
                <a:ea typeface="Noto Sans KR"/>
                <a:cs typeface="Noto Sans KR"/>
              </a:rPr>
              <a:t>2</a:t>
            </a:r>
            <a:endParaRPr sz="1250"/>
          </a:p>
        </p:txBody>
      </p:sp>
      <p:sp>
        <p:nvSpPr>
          <p:cNvPr id="22" name="Text 19">
            <a:extLst>
              <a:ext uri="{FF2B5EF4-FFF2-40B4-BE49-F238E27FC236}">
                <a16:creationId xmlns:a16="http://schemas.microsoft.com/office/drawing/2014/main" id="{4601EA79-2C91-48DF-80ED-6950849CB679}"/>
              </a:ext>
            </a:extLst>
          </p:cNvPr>
          <p:cNvSpPr>
            <a:spLocks noGrp="1"/>
          </p:cNvSpPr>
          <p:nvPr/>
        </p:nvSpPr>
        <p:spPr>
          <a:xfrm>
            <a:off x="8513064" y="3666744"/>
            <a:ext cx="3038551" cy="274320"/>
          </a:xfrm>
          <a:prstGeom prst="rect">
            <a:avLst/>
          </a:prstGeom>
          <a:noFill/>
        </p:spPr>
        <p:txBody>
          <a:bodyPr wrap="square" lIns="0" tIns="0" rIns="0" bIns="0" anchor="ctr">
            <a:noAutofit/>
          </a:bodyPr>
          <a:lstStyle/>
          <a:p>
            <a:pPr marL="0" indent="0">
              <a:lnSpc>
                <a:spcPct val="115000"/>
              </a:lnSpc>
              <a:buNone/>
              <a:defRPr sz="1725" b="1">
                <a:solidFill>
                  <a:srgbClr val="172A2D"/>
                </a:solidFill>
                <a:latin typeface="Noto Sans KR"/>
                <a:ea typeface="Noto Sans KR"/>
                <a:cs typeface="Noto Sans KR"/>
              </a:defRPr>
            </a:pPr>
            <a:r>
              <a:rPr sz="1725" b="1">
                <a:solidFill>
                  <a:srgbClr val="172A2D"/>
                </a:solidFill>
                <a:latin typeface="Noto Sans KR"/>
                <a:ea typeface="Noto Sans KR"/>
                <a:cs typeface="Noto Sans KR"/>
              </a:rPr>
              <a:t>재집계 요청</a:t>
            </a:r>
            <a:endParaRPr sz="1200"/>
          </a:p>
        </p:txBody>
      </p:sp>
      <p:sp>
        <p:nvSpPr>
          <p:cNvPr id="23" name="Text 20">
            <a:extLst>
              <a:ext uri="{FF2B5EF4-FFF2-40B4-BE49-F238E27FC236}">
                <a16:creationId xmlns:a16="http://schemas.microsoft.com/office/drawing/2014/main" id="{29E16F1D-9B2D-4B28-B2B4-85FA91A2D939}"/>
              </a:ext>
            </a:extLst>
          </p:cNvPr>
          <p:cNvSpPr>
            <a:spLocks noGrp="1"/>
          </p:cNvSpPr>
          <p:nvPr/>
        </p:nvSpPr>
        <p:spPr>
          <a:xfrm>
            <a:off x="8513064" y="3922776"/>
            <a:ext cx="3038551" cy="502920"/>
          </a:xfrm>
          <a:prstGeom prst="rect">
            <a:avLst/>
          </a:prstGeom>
          <a:noFill/>
        </p:spPr>
        <p:txBody>
          <a:bodyPr wrap="square" lIns="0" tIns="0" rIns="0" bIns="0" anchor="t">
            <a:noAutofit/>
          </a:bodyPr>
          <a:lstStyle/>
          <a:p>
            <a:pPr marL="0" indent="0">
              <a:lnSpc>
                <a:spcPct val="115000"/>
              </a:lnSpc>
              <a:buNone/>
              <a:defRPr sz="1500">
                <a:solidFill>
                  <a:srgbClr val="5B6A6C"/>
                </a:solidFill>
                <a:latin typeface="Noto Sans KR"/>
                <a:ea typeface="Noto Sans KR"/>
                <a:cs typeface="Noto Sans KR"/>
              </a:defRPr>
            </a:pPr>
            <a:r>
              <a:rPr sz="1500">
                <a:solidFill>
                  <a:srgbClr val="5B6A6C"/>
                </a:solidFill>
                <a:latin typeface="Noto Sans KR"/>
                <a:ea typeface="Noto Sans KR"/>
                <a:cs typeface="Noto Sans KR"/>
              </a:rPr>
              <a:t>비동기 완료·기준 시각 확인</a:t>
            </a:r>
            <a:endParaRPr sz="1000"/>
          </a:p>
        </p:txBody>
      </p:sp>
      <p:sp>
        <p:nvSpPr>
          <p:cNvPr id="24" name="Shape 21">
            <a:extLst>
              <a:ext uri="{FF2B5EF4-FFF2-40B4-BE49-F238E27FC236}">
                <a16:creationId xmlns:a16="http://schemas.microsoft.com/office/drawing/2014/main" id="{53A6CECB-8AD3-4A10-B864-85CABF0FD148}"/>
              </a:ext>
            </a:extLst>
          </p:cNvPr>
          <p:cNvSpPr>
            <a:spLocks noGrp="1"/>
          </p:cNvSpPr>
          <p:nvPr/>
        </p:nvSpPr>
        <p:spPr>
          <a:xfrm>
            <a:off x="8001000" y="4480560"/>
            <a:ext cx="365760" cy="365760"/>
          </a:xfrm>
          <a:prstGeom prst="ellipse">
            <a:avLst/>
          </a:prstGeom>
          <a:solidFill>
            <a:srgbClr val="D6EEF0"/>
          </a:solidFill>
        </p:spPr>
        <p:txBody>
          <a:bodyPr/>
          <a:lstStyle/>
          <a:p>
            <a:endParaRPr lang="ko-KR" altLang="en-US"/>
          </a:p>
        </p:txBody>
      </p:sp>
      <p:sp>
        <p:nvSpPr>
          <p:cNvPr id="25" name="Text 22">
            <a:extLst>
              <a:ext uri="{FF2B5EF4-FFF2-40B4-BE49-F238E27FC236}">
                <a16:creationId xmlns:a16="http://schemas.microsoft.com/office/drawing/2014/main" id="{F1FF1C7B-753D-4815-A763-0A74E644B539}"/>
              </a:ext>
            </a:extLst>
          </p:cNvPr>
          <p:cNvSpPr>
            <a:spLocks noGrp="1"/>
          </p:cNvSpPr>
          <p:nvPr/>
        </p:nvSpPr>
        <p:spPr>
          <a:xfrm>
            <a:off x="8001000" y="4480560"/>
            <a:ext cx="365760" cy="365760"/>
          </a:xfrm>
          <a:prstGeom prst="rect">
            <a:avLst/>
          </a:prstGeom>
          <a:noFill/>
        </p:spPr>
        <p:txBody>
          <a:bodyPr wrap="square" lIns="0" tIns="0" rIns="0" bIns="0" anchor="ctr"/>
          <a:lstStyle/>
          <a:p>
            <a:pPr marL="0" indent="0" algn="ctr">
              <a:lnSpc>
                <a:spcPct val="115000"/>
              </a:lnSpc>
              <a:buNone/>
            </a:pPr>
            <a:r>
              <a:rPr sz="1250" b="1">
                <a:solidFill>
                  <a:srgbClr val="2C7E82"/>
                </a:solidFill>
                <a:latin typeface="Noto Sans KR"/>
                <a:ea typeface="Noto Sans KR"/>
                <a:cs typeface="Noto Sans KR"/>
              </a:rPr>
              <a:t>3</a:t>
            </a:r>
            <a:endParaRPr sz="1250"/>
          </a:p>
        </p:txBody>
      </p:sp>
      <p:sp>
        <p:nvSpPr>
          <p:cNvPr id="26" name="Text 23">
            <a:extLst>
              <a:ext uri="{FF2B5EF4-FFF2-40B4-BE49-F238E27FC236}">
                <a16:creationId xmlns:a16="http://schemas.microsoft.com/office/drawing/2014/main" id="{01A286AF-037F-48E5-841C-5DCD71B73DF0}"/>
              </a:ext>
            </a:extLst>
          </p:cNvPr>
          <p:cNvSpPr>
            <a:spLocks noGrp="1"/>
          </p:cNvSpPr>
          <p:nvPr/>
        </p:nvSpPr>
        <p:spPr>
          <a:xfrm>
            <a:off x="8513064" y="4434840"/>
            <a:ext cx="3038551" cy="274320"/>
          </a:xfrm>
          <a:prstGeom prst="rect">
            <a:avLst/>
          </a:prstGeom>
          <a:noFill/>
        </p:spPr>
        <p:txBody>
          <a:bodyPr wrap="square" lIns="0" tIns="0" rIns="0" bIns="0" anchor="ctr">
            <a:noAutofit/>
          </a:bodyPr>
          <a:lstStyle/>
          <a:p>
            <a:pPr marL="0" indent="0">
              <a:lnSpc>
                <a:spcPct val="115000"/>
              </a:lnSpc>
              <a:buNone/>
              <a:defRPr sz="1725" b="1">
                <a:solidFill>
                  <a:srgbClr val="172A2D"/>
                </a:solidFill>
                <a:latin typeface="Noto Sans KR"/>
                <a:ea typeface="Noto Sans KR"/>
                <a:cs typeface="Noto Sans KR"/>
              </a:defRPr>
            </a:pPr>
            <a:r>
              <a:rPr sz="1725" b="1">
                <a:solidFill>
                  <a:srgbClr val="172A2D"/>
                </a:solidFill>
                <a:latin typeface="Noto Sans KR"/>
                <a:ea typeface="Noto Sans KR"/>
                <a:cs typeface="Noto Sans KR"/>
              </a:rPr>
              <a:t>외부 통신</a:t>
            </a:r>
            <a:endParaRPr sz="1200"/>
          </a:p>
        </p:txBody>
      </p:sp>
      <p:sp>
        <p:nvSpPr>
          <p:cNvPr id="27" name="Text 24">
            <a:extLst>
              <a:ext uri="{FF2B5EF4-FFF2-40B4-BE49-F238E27FC236}">
                <a16:creationId xmlns:a16="http://schemas.microsoft.com/office/drawing/2014/main" id="{CAE018A5-54EE-4A53-8523-09A68861B8CF}"/>
              </a:ext>
            </a:extLst>
          </p:cNvPr>
          <p:cNvSpPr>
            <a:spLocks noGrp="1"/>
          </p:cNvSpPr>
          <p:nvPr/>
        </p:nvSpPr>
        <p:spPr>
          <a:xfrm>
            <a:off x="8513064" y="4690872"/>
            <a:ext cx="3038551" cy="502920"/>
          </a:xfrm>
          <a:prstGeom prst="rect">
            <a:avLst/>
          </a:prstGeom>
          <a:noFill/>
        </p:spPr>
        <p:txBody>
          <a:bodyPr wrap="square" lIns="0" tIns="0" rIns="0" bIns="0" anchor="t">
            <a:noAutofit/>
          </a:bodyPr>
          <a:lstStyle/>
          <a:p>
            <a:pPr marL="0" indent="0">
              <a:lnSpc>
                <a:spcPct val="115000"/>
              </a:lnSpc>
              <a:buNone/>
              <a:defRPr sz="1500">
                <a:solidFill>
                  <a:srgbClr val="5B6A6C"/>
                </a:solidFill>
                <a:latin typeface="Noto Sans KR"/>
                <a:ea typeface="Noto Sans KR"/>
                <a:cs typeface="Noto Sans KR"/>
              </a:defRPr>
            </a:pPr>
            <a:r>
              <a:rPr sz="1500">
                <a:solidFill>
                  <a:srgbClr val="5B6A6C"/>
                </a:solidFill>
                <a:latin typeface="Noto Sans KR"/>
                <a:ea typeface="Noto Sans KR"/>
                <a:cs typeface="Noto Sans KR"/>
              </a:rPr>
              <a:t>오류 모니터링용 Sentry 연동</a:t>
            </a:r>
            <a:endParaRPr sz="1000"/>
          </a:p>
        </p:txBody>
      </p:sp>
      <p:sp>
        <p:nvSpPr>
          <p:cNvPr id="28" name="Shape 25">
            <a:extLst>
              <a:ext uri="{FF2B5EF4-FFF2-40B4-BE49-F238E27FC236}">
                <a16:creationId xmlns:a16="http://schemas.microsoft.com/office/drawing/2014/main" id="{F239B78A-A618-4AD4-B174-70C68A06A29A}"/>
              </a:ext>
            </a:extLst>
          </p:cNvPr>
          <p:cNvSpPr>
            <a:spLocks noGrp="1"/>
          </p:cNvSpPr>
          <p:nvPr/>
        </p:nvSpPr>
        <p:spPr>
          <a:xfrm>
            <a:off x="8001000" y="5248656"/>
            <a:ext cx="365760" cy="365760"/>
          </a:xfrm>
          <a:prstGeom prst="ellipse">
            <a:avLst/>
          </a:prstGeom>
          <a:solidFill>
            <a:srgbClr val="D6EEF0"/>
          </a:solidFill>
        </p:spPr>
        <p:txBody>
          <a:bodyPr/>
          <a:lstStyle/>
          <a:p>
            <a:endParaRPr lang="ko-KR" altLang="en-US"/>
          </a:p>
        </p:txBody>
      </p:sp>
      <p:sp>
        <p:nvSpPr>
          <p:cNvPr id="29" name="Text 26">
            <a:extLst>
              <a:ext uri="{FF2B5EF4-FFF2-40B4-BE49-F238E27FC236}">
                <a16:creationId xmlns:a16="http://schemas.microsoft.com/office/drawing/2014/main" id="{F405C9ED-0A41-4DE7-A734-945CF755F4DF}"/>
              </a:ext>
            </a:extLst>
          </p:cNvPr>
          <p:cNvSpPr>
            <a:spLocks noGrp="1"/>
          </p:cNvSpPr>
          <p:nvPr/>
        </p:nvSpPr>
        <p:spPr>
          <a:xfrm>
            <a:off x="8001000" y="5248656"/>
            <a:ext cx="365760" cy="365760"/>
          </a:xfrm>
          <a:prstGeom prst="rect">
            <a:avLst/>
          </a:prstGeom>
          <a:noFill/>
        </p:spPr>
        <p:txBody>
          <a:bodyPr wrap="square" lIns="0" tIns="0" rIns="0" bIns="0" anchor="ctr"/>
          <a:lstStyle/>
          <a:p>
            <a:pPr marL="0" indent="0" algn="ctr">
              <a:lnSpc>
                <a:spcPct val="115000"/>
              </a:lnSpc>
              <a:buNone/>
            </a:pPr>
            <a:r>
              <a:rPr sz="1250" b="1">
                <a:solidFill>
                  <a:srgbClr val="2C7E82"/>
                </a:solidFill>
                <a:latin typeface="Noto Sans KR"/>
                <a:ea typeface="Noto Sans KR"/>
                <a:cs typeface="Noto Sans KR"/>
              </a:rPr>
              <a:t>4</a:t>
            </a:r>
            <a:endParaRPr sz="1250"/>
          </a:p>
        </p:txBody>
      </p:sp>
      <p:sp>
        <p:nvSpPr>
          <p:cNvPr id="30" name="Text 27">
            <a:extLst>
              <a:ext uri="{FF2B5EF4-FFF2-40B4-BE49-F238E27FC236}">
                <a16:creationId xmlns:a16="http://schemas.microsoft.com/office/drawing/2014/main" id="{3F0318CE-FCE1-4D6E-8191-CDF72F04223B}"/>
              </a:ext>
            </a:extLst>
          </p:cNvPr>
          <p:cNvSpPr>
            <a:spLocks noGrp="1"/>
          </p:cNvSpPr>
          <p:nvPr/>
        </p:nvSpPr>
        <p:spPr>
          <a:xfrm>
            <a:off x="8513064" y="5202936"/>
            <a:ext cx="3038551" cy="274320"/>
          </a:xfrm>
          <a:prstGeom prst="rect">
            <a:avLst/>
          </a:prstGeom>
          <a:noFill/>
        </p:spPr>
        <p:txBody>
          <a:bodyPr wrap="square" lIns="0" tIns="0" rIns="0" bIns="0" anchor="ctr">
            <a:noAutofit/>
          </a:bodyPr>
          <a:lstStyle/>
          <a:p>
            <a:pPr marL="0" indent="0">
              <a:lnSpc>
                <a:spcPct val="115000"/>
              </a:lnSpc>
              <a:buNone/>
              <a:defRPr sz="1725" b="1">
                <a:solidFill>
                  <a:srgbClr val="172A2D"/>
                </a:solidFill>
                <a:latin typeface="Noto Sans KR"/>
                <a:ea typeface="Noto Sans KR"/>
                <a:cs typeface="Noto Sans KR"/>
              </a:defRPr>
            </a:pPr>
            <a:r>
              <a:rPr sz="1725" b="1">
                <a:solidFill>
                  <a:srgbClr val="172A2D"/>
                </a:solidFill>
                <a:latin typeface="Noto Sans KR"/>
                <a:ea typeface="Noto Sans KR"/>
                <a:cs typeface="Noto Sans KR"/>
              </a:rPr>
              <a:t>제공 범위</a:t>
            </a:r>
            <a:endParaRPr sz="1200"/>
          </a:p>
        </p:txBody>
      </p:sp>
      <p:sp>
        <p:nvSpPr>
          <p:cNvPr id="31" name="Text 28">
            <a:extLst>
              <a:ext uri="{FF2B5EF4-FFF2-40B4-BE49-F238E27FC236}">
                <a16:creationId xmlns:a16="http://schemas.microsoft.com/office/drawing/2014/main" id="{54EFBDF8-DF46-4C99-A778-152170063423}"/>
              </a:ext>
            </a:extLst>
          </p:cNvPr>
          <p:cNvSpPr>
            <a:spLocks noGrp="1"/>
          </p:cNvSpPr>
          <p:nvPr/>
        </p:nvSpPr>
        <p:spPr>
          <a:xfrm>
            <a:off x="8513064" y="5458968"/>
            <a:ext cx="3038551" cy="502920"/>
          </a:xfrm>
          <a:prstGeom prst="rect">
            <a:avLst/>
          </a:prstGeom>
          <a:noFill/>
        </p:spPr>
        <p:txBody>
          <a:bodyPr wrap="square" lIns="0" tIns="0" rIns="0" bIns="0" anchor="t">
            <a:noAutofit/>
          </a:bodyPr>
          <a:lstStyle/>
          <a:p>
            <a:pPr marL="0" indent="0">
              <a:lnSpc>
                <a:spcPct val="115000"/>
              </a:lnSpc>
              <a:buNone/>
              <a:defRPr sz="1500">
                <a:solidFill>
                  <a:srgbClr val="5B6A6C"/>
                </a:solidFill>
                <a:latin typeface="Noto Sans KR"/>
                <a:ea typeface="Noto Sans KR"/>
                <a:cs typeface="Noto Sans KR"/>
              </a:defRPr>
            </a:pPr>
            <a:r>
              <a:rPr sz="1500">
                <a:solidFill>
                  <a:srgbClr val="5B6A6C"/>
                </a:solidFill>
                <a:latin typeface="Noto Sans KR"/>
                <a:ea typeface="Noto Sans KR"/>
                <a:cs typeface="Noto Sans KR"/>
              </a:rPr>
              <a:t>대상 환경의 배포·권한 확인</a:t>
            </a:r>
            <a:endParaRPr sz="1000"/>
          </a:p>
        </p:txBody>
      </p:sp>
      <p:sp>
        <p:nvSpPr>
          <p:cNvPr id="32" name="Text 29">
            <a:extLst>
              <a:ext uri="{FF2B5EF4-FFF2-40B4-BE49-F238E27FC236}">
                <a16:creationId xmlns:a16="http://schemas.microsoft.com/office/drawing/2014/main" id="{10F7D644-178A-44B8-B6EE-7B73B7622F53}"/>
              </a:ext>
            </a:extLst>
          </p:cNvPr>
          <p:cNvSpPr>
            <a:spLocks noGrp="1"/>
          </p:cNvSpPr>
          <p:nvPr/>
        </p:nvSpPr>
        <p:spPr>
          <a:xfrm>
            <a:off x="8001000" y="6053328"/>
            <a:ext cx="3550615" cy="320040"/>
          </a:xfrm>
          <a:prstGeom prst="rect">
            <a:avLst/>
          </a:prstGeom>
          <a:noFill/>
        </p:spPr>
        <p:txBody>
          <a:bodyPr wrap="square" lIns="0" tIns="0" rIns="0" bIns="0" anchor="ctr">
            <a:noAutofit/>
          </a:bodyPr>
          <a:lstStyle/>
          <a:p>
            <a:pPr marL="0" indent="0">
              <a:lnSpc>
                <a:spcPct val="115000"/>
              </a:lnSpc>
              <a:buNone/>
              <a:defRPr sz="1350" b="1">
                <a:solidFill>
                  <a:srgbClr val="247C85"/>
                </a:solidFill>
                <a:latin typeface="Noto Sans KR"/>
                <a:ea typeface="Noto Sans KR"/>
                <a:cs typeface="Noto Sans KR"/>
              </a:defRPr>
            </a:pPr>
            <a:r>
              <a:rPr sz="1350" b="1">
                <a:solidFill>
                  <a:srgbClr val="247C85"/>
                </a:solidFill>
                <a:latin typeface="Noto Sans KR"/>
                <a:ea typeface="Noto Sans KR"/>
                <a:cs typeface="Noto Sans KR"/>
              </a:rPr>
              <a:t>외부 전송 항목·보관 정책은 별도 증빙 확인</a:t>
            </a:r>
            <a:endParaRPr sz="1050"/>
          </a:p>
        </p:txBody>
      </p:sp>
      <p:pic>
        <p:nvPicPr>
          <p:cNvPr id="76" name="Image 1"/>
          <p:cNvPicPr>
            <a:picLocks noChangeAspect="1"/>
          </p:cNvPicPr>
          <p:nvPr/>
        </p:nvPicPr>
        <p:blipFill>
          <a:blip r:embed="rId3"/>
          <a:stretch>
            <a:fillRect/>
          </a:stretch>
        </p:blipFill>
        <p:spPr>
          <a:xfrm>
            <a:off x="640080" y="6419088"/>
            <a:ext cx="786384" cy="180137"/>
          </a:xfrm>
          <a:prstGeom prst="rect">
            <a:avLst/>
          </a:prstGeom>
        </p:spPr>
      </p:pic>
      <p:sp>
        <p:nvSpPr>
          <p:cNvPr id="34" name="Text 30">
            <a:extLst>
              <a:ext uri="{FF2B5EF4-FFF2-40B4-BE49-F238E27FC236}">
                <a16:creationId xmlns:a16="http://schemas.microsoft.com/office/drawing/2014/main" id="{8D083B94-D3E4-4F5A-BB1E-CF5B345FFC27}"/>
              </a:ext>
            </a:extLst>
          </p:cNvPr>
          <p:cNvSpPr>
            <a:spLocks noGrp="1"/>
          </p:cNvSpPr>
          <p:nvPr/>
        </p:nvSpPr>
        <p:spPr>
          <a:xfrm>
            <a:off x="1600200" y="6391656"/>
            <a:ext cx="5943600" cy="256032"/>
          </a:xfrm>
          <a:prstGeom prst="rect">
            <a:avLst/>
          </a:prstGeom>
          <a:noFill/>
        </p:spPr>
        <p:txBody>
          <a:bodyPr wrap="square" lIns="0" tIns="0" rIns="0" bIns="0" anchor="ctr"/>
          <a:lstStyle/>
          <a:p>
            <a:pPr marL="0" indent="0">
              <a:lnSpc>
                <a:spcPct val="115000"/>
              </a:lnSpc>
              <a:buNone/>
            </a:pPr>
            <a:r>
              <a:rPr sz="850" spc="100">
                <a:solidFill>
                  <a:srgbClr val="5B6A6C"/>
                </a:solidFill>
                <a:latin typeface="Noto Sans KR"/>
                <a:ea typeface="Noto Sans KR"/>
                <a:cs typeface="Noto Sans KR"/>
              </a:rPr>
              <a:t>Moves Workforce  ·  PRODUCT INTRODUCTION</a:t>
            </a:r>
            <a:endParaRPr sz="850"/>
          </a:p>
        </p:txBody>
      </p:sp>
      <p:sp>
        <p:nvSpPr>
          <p:cNvPr id="35" name="Text 31">
            <a:extLst>
              <a:ext uri="{FF2B5EF4-FFF2-40B4-BE49-F238E27FC236}">
                <a16:creationId xmlns:a16="http://schemas.microsoft.com/office/drawing/2014/main" id="{65815EAF-702A-4ED3-AF51-44E81B0F8649}"/>
              </a:ext>
            </a:extLst>
          </p:cNvPr>
          <p:cNvSpPr>
            <a:spLocks noGrp="1"/>
          </p:cNvSpPr>
          <p:nvPr/>
        </p:nvSpPr>
        <p:spPr>
          <a:xfrm>
            <a:off x="10088575" y="6391656"/>
            <a:ext cx="1463040" cy="256032"/>
          </a:xfrm>
          <a:prstGeom prst="rect">
            <a:avLst/>
          </a:prstGeom>
          <a:noFill/>
        </p:spPr>
        <p:txBody>
          <a:bodyPr wrap="square" lIns="0" tIns="0" rIns="0" bIns="0" anchor="ctr"/>
          <a:lstStyle/>
          <a:p>
            <a:pPr marL="0" indent="0" algn="r">
              <a:lnSpc>
                <a:spcPct val="115000"/>
              </a:lnSpc>
              <a:buNone/>
              <a:defRPr sz="900">
                <a:latin typeface="Noto Sans KR"/>
                <a:ea typeface="Noto Sans KR"/>
                <a:cs typeface="Noto Sans KR"/>
              </a:defRPr>
            </a:pPr>
            <a:r>
              <a:rPr sz="900" spc="100">
                <a:solidFill>
                  <a:srgbClr val="5B6A6C"/>
                </a:solidFill>
                <a:latin typeface="Noto Sans KR"/>
                <a:ea typeface="Noto Sans KR"/>
                <a:cs typeface="Noto Sans KR"/>
              </a:rPr>
              <a:t>APPENDIX 2</a:t>
            </a:r>
            <a:endParaRPr sz="850"/>
          </a:p>
        </p:txBody>
      </p:sp>
      <p:sp>
        <p:nvSpPr>
          <p:cNvPr id="38" name="직사각형 37">
            <a:extLst>
              <a:ext uri="{FF2B5EF4-FFF2-40B4-BE49-F238E27FC236}">
                <a16:creationId xmlns:a16="http://schemas.microsoft.com/office/drawing/2014/main" id="{41B63DC3-3B59-4EB2-B467-84EAE65492F3}"/>
              </a:ext>
            </a:extLst>
          </p:cNvPr>
          <p:cNvSpPr>
            <a:spLocks noGrp="1"/>
          </p:cNvSpPr>
          <p:nvPr/>
        </p:nvSpPr>
        <p:spPr>
          <a:xfrm>
            <a:off x="981075" y="2362200"/>
            <a:ext cx="6219825" cy="523875"/>
          </a:xfrm>
          <a:prstGeom prst="rect">
            <a:avLst/>
          </a:prstGeom>
          <a:noFill/>
          <a:ln w="0">
            <a:noFill/>
          </a:ln>
        </p:spPr>
        <p:txBody>
          <a:bodyPr>
            <a:noAutofit/>
          </a:bodyPr>
          <a:lstStyle/>
          <a:p>
            <a:pPr>
              <a:lnSpc>
                <a:spcPct val="115000"/>
              </a:lnSpc>
              <a:buNone/>
              <a:defRPr sz="2325" b="1">
                <a:solidFill>
                  <a:srgbClr val="247C85"/>
                </a:solidFill>
                <a:latin typeface="Noto Sans KR"/>
                <a:ea typeface="Noto Sans KR"/>
                <a:cs typeface="Noto Sans KR"/>
              </a:defRPr>
            </a:pPr>
            <a:r>
              <a:rPr sz="2325" b="1">
                <a:solidFill>
                  <a:srgbClr val="247C85"/>
                </a:solidFill>
                <a:latin typeface="Noto Sans KR"/>
                <a:ea typeface="Noto Sans KR"/>
                <a:cs typeface="Noto Sans KR"/>
              </a:rPr>
              <a:t>원본과 앱 저장을 구분합니다</a:t>
            </a:r>
          </a:p>
        </p:txBody>
      </p:sp>
      <p:sp>
        <p:nvSpPr>
          <p:cNvPr id="39" name="사각형: 둥근 모서리 38">
            <a:extLst>
              <a:ext uri="{FF2B5EF4-FFF2-40B4-BE49-F238E27FC236}">
                <a16:creationId xmlns:a16="http://schemas.microsoft.com/office/drawing/2014/main" id="{FDE9F8D8-8D2E-4A0D-8882-29331C4F4398}"/>
              </a:ext>
            </a:extLst>
          </p:cNvPr>
          <p:cNvSpPr>
            <a:spLocks noGrp="1"/>
          </p:cNvSpPr>
          <p:nvPr/>
        </p:nvSpPr>
        <p:spPr>
          <a:xfrm>
            <a:off x="1038225" y="3162300"/>
            <a:ext cx="5991225" cy="895350"/>
          </a:xfrm>
          <a:prstGeom prst="roundRect">
            <a:avLst>
              <a:gd name="adj" fmla="val 9574"/>
            </a:avLst>
          </a:prstGeom>
          <a:solidFill>
            <a:srgbClr val="FFFFFF"/>
          </a:solidFill>
          <a:ln w="9525">
            <a:solidFill>
              <a:srgbClr val="CEE5E8"/>
            </a:solidFill>
          </a:ln>
        </p:spPr>
        <p:txBody>
          <a:bodyPr/>
          <a:lstStyle/>
          <a:p>
            <a:endParaRPr lang="ko-KR" altLang="en-US"/>
          </a:p>
        </p:txBody>
      </p:sp>
      <p:sp>
        <p:nvSpPr>
          <p:cNvPr id="40" name="직사각형 39">
            <a:extLst>
              <a:ext uri="{FF2B5EF4-FFF2-40B4-BE49-F238E27FC236}">
                <a16:creationId xmlns:a16="http://schemas.microsoft.com/office/drawing/2014/main" id="{8A28A88F-322C-42BB-92BD-6FEE4F4267DF}"/>
              </a:ext>
            </a:extLst>
          </p:cNvPr>
          <p:cNvSpPr>
            <a:spLocks noGrp="1"/>
          </p:cNvSpPr>
          <p:nvPr/>
        </p:nvSpPr>
        <p:spPr>
          <a:xfrm>
            <a:off x="1209675" y="3314700"/>
            <a:ext cx="1771650" cy="523875"/>
          </a:xfrm>
          <a:prstGeom prst="rect">
            <a:avLst/>
          </a:prstGeom>
          <a:noFill/>
          <a:ln w="0">
            <a:noFill/>
          </a:ln>
        </p:spPr>
        <p:txBody>
          <a:bodyPr>
            <a:noAutofit/>
          </a:bodyPr>
          <a:lstStyle/>
          <a:p>
            <a:pPr>
              <a:lnSpc>
                <a:spcPct val="115000"/>
              </a:lnSpc>
              <a:buNone/>
              <a:defRPr sz="2325" b="1">
                <a:solidFill>
                  <a:srgbClr val="247C85"/>
                </a:solidFill>
                <a:latin typeface="Noto Sans KR"/>
                <a:ea typeface="Noto Sans KR"/>
                <a:cs typeface="Noto Sans KR"/>
              </a:defRPr>
            </a:pPr>
            <a:r>
              <a:rPr sz="2325" b="1">
                <a:solidFill>
                  <a:srgbClr val="247C85"/>
                </a:solidFill>
                <a:latin typeface="Noto Sans KR"/>
                <a:ea typeface="Noto Sans KR"/>
                <a:cs typeface="Noto Sans KR"/>
              </a:rPr>
              <a:t>Jira</a:t>
            </a:r>
          </a:p>
        </p:txBody>
      </p:sp>
      <p:sp>
        <p:nvSpPr>
          <p:cNvPr id="41" name="직사각형 40">
            <a:extLst>
              <a:ext uri="{FF2B5EF4-FFF2-40B4-BE49-F238E27FC236}">
                <a16:creationId xmlns:a16="http://schemas.microsoft.com/office/drawing/2014/main" id="{110D701B-BA57-4013-9FAB-8C308209B8F2}"/>
              </a:ext>
            </a:extLst>
          </p:cNvPr>
          <p:cNvSpPr>
            <a:spLocks noGrp="1"/>
          </p:cNvSpPr>
          <p:nvPr/>
        </p:nvSpPr>
        <p:spPr>
          <a:xfrm>
            <a:off x="3048000" y="3324225"/>
            <a:ext cx="3733800" cy="523875"/>
          </a:xfrm>
          <a:prstGeom prst="rect">
            <a:avLst/>
          </a:prstGeom>
          <a:noFill/>
          <a:ln w="0">
            <a:noFill/>
          </a:ln>
        </p:spPr>
        <p:txBody>
          <a:bodyPr>
            <a:noAutofit/>
          </a:bodyPr>
          <a:lstStyle/>
          <a:p>
            <a:pPr>
              <a:lnSpc>
                <a:spcPct val="115000"/>
              </a:lnSpc>
              <a:buNone/>
              <a:defRPr sz="2025" b="0">
                <a:solidFill>
                  <a:srgbClr val="172A2D"/>
                </a:solidFill>
                <a:latin typeface="Noto Sans KR"/>
                <a:ea typeface="Noto Sans KR"/>
                <a:cs typeface="Noto Sans KR"/>
              </a:defRPr>
            </a:pPr>
            <a:r>
              <a:rPr sz="2025" b="0">
                <a:solidFill>
                  <a:srgbClr val="172A2D"/>
                </a:solidFill>
                <a:latin typeface="Noto Sans KR"/>
                <a:ea typeface="Noto Sans KR"/>
                <a:cs typeface="Noto Sans KR"/>
              </a:rPr>
              <a:t>이슈·워크로그 원본</a:t>
            </a:r>
          </a:p>
        </p:txBody>
      </p:sp>
      <p:sp>
        <p:nvSpPr>
          <p:cNvPr id="42" name="사각형: 둥근 모서리 41">
            <a:extLst>
              <a:ext uri="{FF2B5EF4-FFF2-40B4-BE49-F238E27FC236}">
                <a16:creationId xmlns:a16="http://schemas.microsoft.com/office/drawing/2014/main" id="{FC060014-B1EA-49A9-80F9-6CC2CFA900BA}"/>
              </a:ext>
            </a:extLst>
          </p:cNvPr>
          <p:cNvSpPr>
            <a:spLocks noGrp="1"/>
          </p:cNvSpPr>
          <p:nvPr/>
        </p:nvSpPr>
        <p:spPr>
          <a:xfrm>
            <a:off x="1038225" y="4371975"/>
            <a:ext cx="5991225" cy="1104900"/>
          </a:xfrm>
          <a:prstGeom prst="roundRect">
            <a:avLst>
              <a:gd name="adj" fmla="val 7759"/>
            </a:avLst>
          </a:prstGeom>
          <a:solidFill>
            <a:srgbClr val="D4EEF1"/>
          </a:solidFill>
          <a:ln w="9525">
            <a:solidFill>
              <a:srgbClr val="CEE5E8"/>
            </a:solidFill>
          </a:ln>
        </p:spPr>
        <p:txBody>
          <a:bodyPr/>
          <a:lstStyle/>
          <a:p>
            <a:endParaRPr lang="ko-KR" altLang="en-US"/>
          </a:p>
        </p:txBody>
      </p:sp>
      <p:sp>
        <p:nvSpPr>
          <p:cNvPr id="43" name="직사각형 42">
            <a:extLst>
              <a:ext uri="{FF2B5EF4-FFF2-40B4-BE49-F238E27FC236}">
                <a16:creationId xmlns:a16="http://schemas.microsoft.com/office/drawing/2014/main" id="{714104CC-9FFE-4553-9CD4-B871C8AD0FC6}"/>
              </a:ext>
            </a:extLst>
          </p:cNvPr>
          <p:cNvSpPr>
            <a:spLocks noGrp="1"/>
          </p:cNvSpPr>
          <p:nvPr/>
        </p:nvSpPr>
        <p:spPr>
          <a:xfrm>
            <a:off x="1200150" y="4467225"/>
            <a:ext cx="1771650" cy="866775"/>
          </a:xfrm>
          <a:prstGeom prst="rect">
            <a:avLst/>
          </a:prstGeom>
          <a:noFill/>
          <a:ln w="0">
            <a:noFill/>
          </a:ln>
        </p:spPr>
        <p:txBody>
          <a:bodyPr>
            <a:noAutofit/>
          </a:bodyPr>
          <a:lstStyle/>
          <a:p>
            <a:pPr>
              <a:lnSpc>
                <a:spcPct val="115000"/>
              </a:lnSpc>
              <a:buNone/>
              <a:defRPr sz="2100" b="1">
                <a:solidFill>
                  <a:srgbClr val="247C85"/>
                </a:solidFill>
                <a:latin typeface="Noto Sans KR"/>
                <a:ea typeface="Noto Sans KR"/>
                <a:cs typeface="Noto Sans KR"/>
              </a:defRPr>
            </a:pPr>
            <a:r>
              <a:rPr sz="2100" b="1">
                <a:solidFill>
                  <a:srgbClr val="247C85"/>
                </a:solidFill>
                <a:latin typeface="Noto Sans KR"/>
                <a:ea typeface="Noto Sans KR"/>
                <a:cs typeface="Noto Sans KR"/>
              </a:rPr>
              <a:t>Forge</a:t>
            </a:r>
          </a:p>
          <a:p>
            <a:pPr>
              <a:lnSpc>
                <a:spcPct val="115000"/>
              </a:lnSpc>
              <a:buNone/>
              <a:defRPr sz="2100" b="1">
                <a:solidFill>
                  <a:srgbClr val="247C85"/>
                </a:solidFill>
                <a:latin typeface="Noto Sans KR"/>
                <a:ea typeface="Noto Sans KR"/>
                <a:cs typeface="Noto Sans KR"/>
              </a:defRPr>
            </a:pPr>
            <a:r>
              <a:rPr sz="2100" b="1">
                <a:solidFill>
                  <a:srgbClr val="247C85"/>
                </a:solidFill>
                <a:latin typeface="Noto Sans KR"/>
                <a:ea typeface="Noto Sans KR"/>
                <a:cs typeface="Noto Sans KR"/>
              </a:rPr>
              <a:t>SQL/KVS</a:t>
            </a:r>
          </a:p>
        </p:txBody>
      </p:sp>
      <p:sp>
        <p:nvSpPr>
          <p:cNvPr id="44" name="직사각형 43">
            <a:extLst>
              <a:ext uri="{FF2B5EF4-FFF2-40B4-BE49-F238E27FC236}">
                <a16:creationId xmlns:a16="http://schemas.microsoft.com/office/drawing/2014/main" id="{8FF18E57-F96C-4E83-8814-44FB511AB7D6}"/>
              </a:ext>
            </a:extLst>
          </p:cNvPr>
          <p:cNvSpPr>
            <a:spLocks noGrp="1"/>
          </p:cNvSpPr>
          <p:nvPr/>
        </p:nvSpPr>
        <p:spPr>
          <a:xfrm>
            <a:off x="3048000" y="4524375"/>
            <a:ext cx="3733800" cy="762000"/>
          </a:xfrm>
          <a:prstGeom prst="rect">
            <a:avLst/>
          </a:prstGeom>
          <a:noFill/>
          <a:ln w="0">
            <a:noFill/>
          </a:ln>
        </p:spPr>
        <p:txBody>
          <a:bodyPr>
            <a:noAutofit/>
          </a:bodyPr>
          <a:lstStyle/>
          <a:p>
            <a:pPr>
              <a:lnSpc>
                <a:spcPct val="115000"/>
              </a:lnSpc>
              <a:buNone/>
              <a:defRPr sz="1875" b="0">
                <a:solidFill>
                  <a:srgbClr val="172A2D"/>
                </a:solidFill>
                <a:latin typeface="Noto Sans KR"/>
                <a:ea typeface="Noto Sans KR"/>
                <a:cs typeface="Noto Sans KR"/>
              </a:defRPr>
            </a:pPr>
            <a:r>
              <a:rPr sz="1875" b="0">
                <a:solidFill>
                  <a:srgbClr val="172A2D"/>
                </a:solidFill>
                <a:latin typeface="Noto Sans KR"/>
                <a:ea typeface="Noto Sans KR"/>
                <a:cs typeface="Noto Sans KR"/>
              </a:rPr>
              <a:t>앱 데이터·집계 스냅샷</a:t>
            </a:r>
          </a:p>
          <a:p>
            <a:pPr>
              <a:lnSpc>
                <a:spcPct val="115000"/>
              </a:lnSpc>
              <a:buNone/>
              <a:defRPr sz="1875" b="0">
                <a:solidFill>
                  <a:srgbClr val="172A2D"/>
                </a:solidFill>
                <a:latin typeface="Noto Sans KR"/>
                <a:ea typeface="Noto Sans KR"/>
                <a:cs typeface="Noto Sans KR"/>
              </a:defRPr>
            </a:pPr>
            <a:r>
              <a:rPr sz="1875" b="0">
                <a:solidFill>
                  <a:srgbClr val="172A2D"/>
                </a:solidFill>
                <a:latin typeface="Noto Sans KR"/>
                <a:ea typeface="Noto Sans KR"/>
                <a:cs typeface="Noto Sans KR"/>
              </a:rPr>
              <a:t>일부 조회 캐시</a:t>
            </a:r>
          </a:p>
        </p:txBody>
      </p:sp>
    </p:spTree>
    <p:extLst>
      <p:ext uri="{BB962C8B-B14F-4D97-AF65-F5344CB8AC3E}">
        <p14:creationId xmlns:p14="http://schemas.microsoft.com/office/powerpoint/2010/main" val="16075953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2456</Words>
  <Application>Microsoft Office PowerPoint</Application>
  <DocSecurity>0</DocSecurity>
  <PresentationFormat>와이드스크린</PresentationFormat>
  <Paragraphs>357</Paragraphs>
  <Slides>14</Slides>
  <Notes>14</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14</vt:i4>
      </vt:variant>
    </vt:vector>
  </HeadingPairs>
  <TitlesOfParts>
    <vt:vector size="18" baseType="lpstr">
      <vt:lpstr>Noto Sans KR</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Tom</cp:lastModifiedBy>
  <cp:revision>1</cp:revision>
  <dcterms:created xsi:type="dcterms:W3CDTF">2026-09-08T02:44:19Z</dcterms:created>
  <dcterms:modified xsi:type="dcterms:W3CDTF">2026-09-09T00:39:43Z</dcterms:modified>
</cp:coreProperties>
</file>